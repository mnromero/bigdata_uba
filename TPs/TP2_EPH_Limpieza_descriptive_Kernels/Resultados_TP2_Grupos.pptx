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495" r:id="rId2"/>
    <p:sldId id="497" r:id="rId3"/>
    <p:sldId id="498" r:id="rId4"/>
    <p:sldId id="499" r:id="rId5"/>
    <p:sldId id="314" r:id="rId6"/>
    <p:sldId id="49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A5E9202-8AF9-7B42-B817-22D148D689E3}">
          <p14:sldIdLst>
            <p14:sldId id="495"/>
            <p14:sldId id="497"/>
            <p14:sldId id="498"/>
            <p14:sldId id="499"/>
          </p14:sldIdLst>
        </p14:section>
        <p14:section name="Conclusiones finales" id="{30AE4762-25DE-C74D-AF95-4AEC0CC37FB0}">
          <p14:sldIdLst>
            <p14:sldId id="314"/>
            <p14:sldId id="4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113D2B-CAA1-6A45-BA51-55478C1B4018}" v="57" dt="2026-04-17T19:52:14.6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75"/>
    <p:restoredTop sz="87577"/>
  </p:normalViewPr>
  <p:slideViewPr>
    <p:cSldViewPr snapToGrid="0">
      <p:cViewPr varScale="1">
        <p:scale>
          <a:sx n="79" d="100"/>
          <a:sy n="79" d="100"/>
        </p:scale>
        <p:origin x="1248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ía Noelia Romero" userId="2133f5768dfc5791" providerId="LiveId" clId="{0168CA65-A813-5033-94B8-EF4605FC29D1}"/>
    <pc:docChg chg="undo custSel addSld delSld modSld sldOrd addSection delSection modSection">
      <pc:chgData name="María Noelia Romero" userId="2133f5768dfc5791" providerId="LiveId" clId="{0168CA65-A813-5033-94B8-EF4605FC29D1}" dt="2026-04-17T19:52:43.393" v="2195" actId="20577"/>
      <pc:docMkLst>
        <pc:docMk/>
      </pc:docMkLst>
      <pc:sldChg chg="modSp del mod">
        <pc:chgData name="María Noelia Romero" userId="2133f5768dfc5791" providerId="LiveId" clId="{0168CA65-A813-5033-94B8-EF4605FC29D1}" dt="2026-04-17T18:34:00.529" v="1208" actId="2696"/>
        <pc:sldMkLst>
          <pc:docMk/>
          <pc:sldMk cId="621529108" sldId="275"/>
        </pc:sldMkLst>
      </pc:sldChg>
      <pc:sldChg chg="modSp mod">
        <pc:chgData name="María Noelia Romero" userId="2133f5768dfc5791" providerId="LiveId" clId="{0168CA65-A813-5033-94B8-EF4605FC29D1}" dt="2026-04-17T19:49:35.787" v="2176" actId="20577"/>
        <pc:sldMkLst>
          <pc:docMk/>
          <pc:sldMk cId="3328700139" sldId="314"/>
        </pc:sldMkLst>
        <pc:spChg chg="mod">
          <ac:chgData name="María Noelia Romero" userId="2133f5768dfc5791" providerId="LiveId" clId="{0168CA65-A813-5033-94B8-EF4605FC29D1}" dt="2026-04-17T19:49:35.787" v="2176" actId="20577"/>
          <ac:spMkLst>
            <pc:docMk/>
            <pc:sldMk cId="3328700139" sldId="314"/>
            <ac:spMk id="3" creationId="{26466B93-964D-A72E-FB12-DE627F299F89}"/>
          </ac:spMkLst>
        </pc:spChg>
      </pc:sldChg>
      <pc:sldChg chg="del">
        <pc:chgData name="María Noelia Romero" userId="2133f5768dfc5791" providerId="LiveId" clId="{0168CA65-A813-5033-94B8-EF4605FC29D1}" dt="2026-04-17T18:34:28.248" v="1216" actId="2696"/>
        <pc:sldMkLst>
          <pc:docMk/>
          <pc:sldMk cId="3768665239" sldId="329"/>
        </pc:sldMkLst>
      </pc:sldChg>
      <pc:sldChg chg="del">
        <pc:chgData name="María Noelia Romero" userId="2133f5768dfc5791" providerId="LiveId" clId="{0168CA65-A813-5033-94B8-EF4605FC29D1}" dt="2026-04-17T19:49:03.406" v="2066" actId="2696"/>
        <pc:sldMkLst>
          <pc:docMk/>
          <pc:sldMk cId="1583056128" sldId="337"/>
        </pc:sldMkLst>
      </pc:sldChg>
      <pc:sldChg chg="del">
        <pc:chgData name="María Noelia Romero" userId="2133f5768dfc5791" providerId="LiveId" clId="{0168CA65-A813-5033-94B8-EF4605FC29D1}" dt="2026-04-17T18:34:29.523" v="1222" actId="2696"/>
        <pc:sldMkLst>
          <pc:docMk/>
          <pc:sldMk cId="3899492698" sldId="358"/>
        </pc:sldMkLst>
      </pc:sldChg>
      <pc:sldChg chg="del">
        <pc:chgData name="María Noelia Romero" userId="2133f5768dfc5791" providerId="LiveId" clId="{0168CA65-A813-5033-94B8-EF4605FC29D1}" dt="2026-04-17T18:34:29.609" v="1223" actId="2696"/>
        <pc:sldMkLst>
          <pc:docMk/>
          <pc:sldMk cId="2423317822" sldId="359"/>
        </pc:sldMkLst>
      </pc:sldChg>
      <pc:sldChg chg="del">
        <pc:chgData name="María Noelia Romero" userId="2133f5768dfc5791" providerId="LiveId" clId="{0168CA65-A813-5033-94B8-EF4605FC29D1}" dt="2026-04-17T18:34:55.046" v="1269" actId="18676"/>
        <pc:sldMkLst>
          <pc:docMk/>
          <pc:sldMk cId="2762437064" sldId="360"/>
        </pc:sldMkLst>
      </pc:sldChg>
      <pc:sldChg chg="del">
        <pc:chgData name="María Noelia Romero" userId="2133f5768dfc5791" providerId="LiveId" clId="{0168CA65-A813-5033-94B8-EF4605FC29D1}" dt="2026-04-17T18:34:55.046" v="1269" actId="18676"/>
        <pc:sldMkLst>
          <pc:docMk/>
          <pc:sldMk cId="2214356670" sldId="362"/>
        </pc:sldMkLst>
      </pc:sldChg>
      <pc:sldChg chg="modSp del mod">
        <pc:chgData name="María Noelia Romero" userId="2133f5768dfc5791" providerId="LiveId" clId="{0168CA65-A813-5033-94B8-EF4605FC29D1}" dt="2026-04-17T18:34:55.046" v="1269" actId="18676"/>
        <pc:sldMkLst>
          <pc:docMk/>
          <pc:sldMk cId="2344776735" sldId="363"/>
        </pc:sldMkLst>
      </pc:sldChg>
      <pc:sldChg chg="del">
        <pc:chgData name="María Noelia Romero" userId="2133f5768dfc5791" providerId="LiveId" clId="{0168CA65-A813-5033-94B8-EF4605FC29D1}" dt="2026-04-17T18:34:36.378" v="1255" actId="2696"/>
        <pc:sldMkLst>
          <pc:docMk/>
          <pc:sldMk cId="3432754671" sldId="364"/>
        </pc:sldMkLst>
      </pc:sldChg>
      <pc:sldChg chg="del">
        <pc:chgData name="María Noelia Romero" userId="2133f5768dfc5791" providerId="LiveId" clId="{0168CA65-A813-5033-94B8-EF4605FC29D1}" dt="2026-04-17T18:34:26.951" v="1214" actId="2696"/>
        <pc:sldMkLst>
          <pc:docMk/>
          <pc:sldMk cId="522248026" sldId="400"/>
        </pc:sldMkLst>
      </pc:sldChg>
      <pc:sldChg chg="del">
        <pc:chgData name="María Noelia Romero" userId="2133f5768dfc5791" providerId="LiveId" clId="{0168CA65-A813-5033-94B8-EF4605FC29D1}" dt="2026-04-17T18:34:26.877" v="1211" actId="2696"/>
        <pc:sldMkLst>
          <pc:docMk/>
          <pc:sldMk cId="1667296223" sldId="405"/>
        </pc:sldMkLst>
      </pc:sldChg>
      <pc:sldChg chg="del">
        <pc:chgData name="María Noelia Romero" userId="2133f5768dfc5791" providerId="LiveId" clId="{0168CA65-A813-5033-94B8-EF4605FC29D1}" dt="2026-04-17T18:34:28.334" v="1217" actId="2696"/>
        <pc:sldMkLst>
          <pc:docMk/>
          <pc:sldMk cId="3428228684" sldId="406"/>
        </pc:sldMkLst>
      </pc:sldChg>
      <pc:sldChg chg="del">
        <pc:chgData name="María Noelia Romero" userId="2133f5768dfc5791" providerId="LiveId" clId="{0168CA65-A813-5033-94B8-EF4605FC29D1}" dt="2026-04-17T18:34:28.407" v="1218" actId="2696"/>
        <pc:sldMkLst>
          <pc:docMk/>
          <pc:sldMk cId="3867006641" sldId="407"/>
        </pc:sldMkLst>
      </pc:sldChg>
      <pc:sldChg chg="del">
        <pc:chgData name="María Noelia Romero" userId="2133f5768dfc5791" providerId="LiveId" clId="{0168CA65-A813-5033-94B8-EF4605FC29D1}" dt="2026-04-17T18:34:29.863" v="1226" actId="2696"/>
        <pc:sldMkLst>
          <pc:docMk/>
          <pc:sldMk cId="254096026" sldId="408"/>
        </pc:sldMkLst>
      </pc:sldChg>
      <pc:sldChg chg="del">
        <pc:chgData name="María Noelia Romero" userId="2133f5768dfc5791" providerId="LiveId" clId="{0168CA65-A813-5033-94B8-EF4605FC29D1}" dt="2026-04-17T18:34:31.307" v="1231" actId="2696"/>
        <pc:sldMkLst>
          <pc:docMk/>
          <pc:sldMk cId="2023343918" sldId="409"/>
        </pc:sldMkLst>
      </pc:sldChg>
      <pc:sldChg chg="del">
        <pc:chgData name="María Noelia Romero" userId="2133f5768dfc5791" providerId="LiveId" clId="{0168CA65-A813-5033-94B8-EF4605FC29D1}" dt="2026-04-17T18:34:31.447" v="1232" actId="2696"/>
        <pc:sldMkLst>
          <pc:docMk/>
          <pc:sldMk cId="73849833" sldId="410"/>
        </pc:sldMkLst>
      </pc:sldChg>
      <pc:sldChg chg="del">
        <pc:chgData name="María Noelia Romero" userId="2133f5768dfc5791" providerId="LiveId" clId="{0168CA65-A813-5033-94B8-EF4605FC29D1}" dt="2026-04-17T18:34:46.301" v="1267" actId="2696"/>
        <pc:sldMkLst>
          <pc:docMk/>
          <pc:sldMk cId="3762985317" sldId="411"/>
        </pc:sldMkLst>
      </pc:sldChg>
      <pc:sldChg chg="del">
        <pc:chgData name="María Noelia Romero" userId="2133f5768dfc5791" providerId="LiveId" clId="{0168CA65-A813-5033-94B8-EF4605FC29D1}" dt="2026-04-17T18:34:28.411" v="1219" actId="2696"/>
        <pc:sldMkLst>
          <pc:docMk/>
          <pc:sldMk cId="247925605" sldId="412"/>
        </pc:sldMkLst>
      </pc:sldChg>
      <pc:sldChg chg="del">
        <pc:chgData name="María Noelia Romero" userId="2133f5768dfc5791" providerId="LiveId" clId="{0168CA65-A813-5033-94B8-EF4605FC29D1}" dt="2026-04-17T18:34:28.417" v="1220" actId="2696"/>
        <pc:sldMkLst>
          <pc:docMk/>
          <pc:sldMk cId="2137384407" sldId="413"/>
        </pc:sldMkLst>
      </pc:sldChg>
      <pc:sldChg chg="del">
        <pc:chgData name="María Noelia Romero" userId="2133f5768dfc5791" providerId="LiveId" clId="{0168CA65-A813-5033-94B8-EF4605FC29D1}" dt="2026-04-17T18:34:26.865" v="1209" actId="2696"/>
        <pc:sldMkLst>
          <pc:docMk/>
          <pc:sldMk cId="479614746" sldId="415"/>
        </pc:sldMkLst>
      </pc:sldChg>
      <pc:sldChg chg="del">
        <pc:chgData name="María Noelia Romero" userId="2133f5768dfc5791" providerId="LiveId" clId="{0168CA65-A813-5033-94B8-EF4605FC29D1}" dt="2026-04-17T18:34:31.222" v="1229" actId="2696"/>
        <pc:sldMkLst>
          <pc:docMk/>
          <pc:sldMk cId="3685346227" sldId="416"/>
        </pc:sldMkLst>
      </pc:sldChg>
      <pc:sldChg chg="del">
        <pc:chgData name="María Noelia Romero" userId="2133f5768dfc5791" providerId="LiveId" clId="{0168CA65-A813-5033-94B8-EF4605FC29D1}" dt="2026-04-17T18:34:31.664" v="1233" actId="2696"/>
        <pc:sldMkLst>
          <pc:docMk/>
          <pc:sldMk cId="518096707" sldId="417"/>
        </pc:sldMkLst>
      </pc:sldChg>
      <pc:sldChg chg="modSp del">
        <pc:chgData name="María Noelia Romero" userId="2133f5768dfc5791" providerId="LiveId" clId="{0168CA65-A813-5033-94B8-EF4605FC29D1}" dt="2026-04-17T18:34:31.747" v="1234" actId="2696"/>
        <pc:sldMkLst>
          <pc:docMk/>
          <pc:sldMk cId="2681350186" sldId="418"/>
        </pc:sldMkLst>
      </pc:sldChg>
      <pc:sldChg chg="del">
        <pc:chgData name="María Noelia Romero" userId="2133f5768dfc5791" providerId="LiveId" clId="{0168CA65-A813-5033-94B8-EF4605FC29D1}" dt="2026-04-17T18:34:31.225" v="1230" actId="2696"/>
        <pc:sldMkLst>
          <pc:docMk/>
          <pc:sldMk cId="4099323850" sldId="419"/>
        </pc:sldMkLst>
      </pc:sldChg>
      <pc:sldChg chg="del">
        <pc:chgData name="María Noelia Romero" userId="2133f5768dfc5791" providerId="LiveId" clId="{0168CA65-A813-5033-94B8-EF4605FC29D1}" dt="2026-04-17T18:34:29.949" v="1227" actId="2696"/>
        <pc:sldMkLst>
          <pc:docMk/>
          <pc:sldMk cId="4156555700" sldId="422"/>
        </pc:sldMkLst>
      </pc:sldChg>
      <pc:sldChg chg="addSp modSp del mod modAnim">
        <pc:chgData name="María Noelia Romero" userId="2133f5768dfc5791" providerId="LiveId" clId="{0168CA65-A813-5033-94B8-EF4605FC29D1}" dt="2026-04-17T18:34:55.046" v="1269" actId="18676"/>
        <pc:sldMkLst>
          <pc:docMk/>
          <pc:sldMk cId="3211455258" sldId="423"/>
        </pc:sldMkLst>
      </pc:sldChg>
      <pc:sldChg chg="modSp del">
        <pc:chgData name="María Noelia Romero" userId="2133f5768dfc5791" providerId="LiveId" clId="{0168CA65-A813-5033-94B8-EF4605FC29D1}" dt="2026-04-17T18:34:55.046" v="1269" actId="18676"/>
        <pc:sldMkLst>
          <pc:docMk/>
          <pc:sldMk cId="992165777" sldId="424"/>
        </pc:sldMkLst>
      </pc:sldChg>
      <pc:sldChg chg="del">
        <pc:chgData name="María Noelia Romero" userId="2133f5768dfc5791" providerId="LiveId" clId="{0168CA65-A813-5033-94B8-EF4605FC29D1}" dt="2026-04-17T18:34:55.046" v="1269" actId="18676"/>
        <pc:sldMkLst>
          <pc:docMk/>
          <pc:sldMk cId="4231367317" sldId="425"/>
        </pc:sldMkLst>
      </pc:sldChg>
      <pc:sldChg chg="del">
        <pc:chgData name="María Noelia Romero" userId="2133f5768dfc5791" providerId="LiveId" clId="{0168CA65-A813-5033-94B8-EF4605FC29D1}" dt="2026-04-17T18:34:55.046" v="1269" actId="18676"/>
        <pc:sldMkLst>
          <pc:docMk/>
          <pc:sldMk cId="2442054988" sldId="426"/>
        </pc:sldMkLst>
      </pc:sldChg>
      <pc:sldChg chg="del">
        <pc:chgData name="María Noelia Romero" userId="2133f5768dfc5791" providerId="LiveId" clId="{0168CA65-A813-5033-94B8-EF4605FC29D1}" dt="2026-04-17T18:34:36.380" v="1256" actId="2696"/>
        <pc:sldMkLst>
          <pc:docMk/>
          <pc:sldMk cId="2583801503" sldId="427"/>
        </pc:sldMkLst>
      </pc:sldChg>
      <pc:sldChg chg="del">
        <pc:chgData name="María Noelia Romero" userId="2133f5768dfc5791" providerId="LiveId" clId="{0168CA65-A813-5033-94B8-EF4605FC29D1}" dt="2026-04-17T18:34:26.869" v="1210" actId="2696"/>
        <pc:sldMkLst>
          <pc:docMk/>
          <pc:sldMk cId="1723469306" sldId="428"/>
        </pc:sldMkLst>
      </pc:sldChg>
      <pc:sldChg chg="del">
        <pc:chgData name="María Noelia Romero" userId="2133f5768dfc5791" providerId="LiveId" clId="{0168CA65-A813-5033-94B8-EF4605FC29D1}" dt="2026-04-17T18:34:29.701" v="1224" actId="2696"/>
        <pc:sldMkLst>
          <pc:docMk/>
          <pc:sldMk cId="771215725" sldId="431"/>
        </pc:sldMkLst>
      </pc:sldChg>
      <pc:sldChg chg="del">
        <pc:chgData name="María Noelia Romero" userId="2133f5768dfc5791" providerId="LiveId" clId="{0168CA65-A813-5033-94B8-EF4605FC29D1}" dt="2026-04-17T18:34:48.631" v="1268" actId="2696"/>
        <pc:sldMkLst>
          <pc:docMk/>
          <pc:sldMk cId="730998970" sldId="432"/>
        </pc:sldMkLst>
      </pc:sldChg>
      <pc:sldChg chg="del">
        <pc:chgData name="María Noelia Romero" userId="2133f5768dfc5791" providerId="LiveId" clId="{0168CA65-A813-5033-94B8-EF4605FC29D1}" dt="2026-04-17T18:34:36.388" v="1260" actId="2696"/>
        <pc:sldMkLst>
          <pc:docMk/>
          <pc:sldMk cId="2626843063" sldId="446"/>
        </pc:sldMkLst>
      </pc:sldChg>
      <pc:sldChg chg="del">
        <pc:chgData name="María Noelia Romero" userId="2133f5768dfc5791" providerId="LiveId" clId="{0168CA65-A813-5033-94B8-EF4605FC29D1}" dt="2026-04-17T18:34:36.390" v="1261" actId="2696"/>
        <pc:sldMkLst>
          <pc:docMk/>
          <pc:sldMk cId="252130354" sldId="447"/>
        </pc:sldMkLst>
      </pc:sldChg>
      <pc:sldChg chg="del">
        <pc:chgData name="María Noelia Romero" userId="2133f5768dfc5791" providerId="LiveId" clId="{0168CA65-A813-5033-94B8-EF4605FC29D1}" dt="2026-04-17T18:34:36.391" v="1262" actId="2696"/>
        <pc:sldMkLst>
          <pc:docMk/>
          <pc:sldMk cId="2544224618" sldId="449"/>
        </pc:sldMkLst>
      </pc:sldChg>
      <pc:sldChg chg="del">
        <pc:chgData name="María Noelia Romero" userId="2133f5768dfc5791" providerId="LiveId" clId="{0168CA65-A813-5033-94B8-EF4605FC29D1}" dt="2026-04-17T18:34:36.393" v="1263" actId="2696"/>
        <pc:sldMkLst>
          <pc:docMk/>
          <pc:sldMk cId="2404131248" sldId="450"/>
        </pc:sldMkLst>
      </pc:sldChg>
      <pc:sldChg chg="del">
        <pc:chgData name="María Noelia Romero" userId="2133f5768dfc5791" providerId="LiveId" clId="{0168CA65-A813-5033-94B8-EF4605FC29D1}" dt="2026-04-17T18:34:36.394" v="1264" actId="2696"/>
        <pc:sldMkLst>
          <pc:docMk/>
          <pc:sldMk cId="2180154500" sldId="451"/>
        </pc:sldMkLst>
      </pc:sldChg>
      <pc:sldChg chg="del">
        <pc:chgData name="María Noelia Romero" userId="2133f5768dfc5791" providerId="LiveId" clId="{0168CA65-A813-5033-94B8-EF4605FC29D1}" dt="2026-04-17T18:34:34.007" v="1241" actId="2696"/>
        <pc:sldMkLst>
          <pc:docMk/>
          <pc:sldMk cId="3471577912" sldId="452"/>
        </pc:sldMkLst>
      </pc:sldChg>
      <pc:sldChg chg="del">
        <pc:chgData name="María Noelia Romero" userId="2133f5768dfc5791" providerId="LiveId" clId="{0168CA65-A813-5033-94B8-EF4605FC29D1}" dt="2026-04-17T18:34:34.010" v="1242" actId="2696"/>
        <pc:sldMkLst>
          <pc:docMk/>
          <pc:sldMk cId="2914696765" sldId="453"/>
        </pc:sldMkLst>
      </pc:sldChg>
      <pc:sldChg chg="modSp add del">
        <pc:chgData name="María Noelia Romero" userId="2133f5768dfc5791" providerId="LiveId" clId="{0168CA65-A813-5033-94B8-EF4605FC29D1}" dt="2026-04-17T18:34:29.772" v="1225" actId="2696"/>
        <pc:sldMkLst>
          <pc:docMk/>
          <pc:sldMk cId="307173603" sldId="454"/>
        </pc:sldMkLst>
      </pc:sldChg>
      <pc:sldChg chg="del">
        <pc:chgData name="María Noelia Romero" userId="2133f5768dfc5791" providerId="LiveId" clId="{0168CA65-A813-5033-94B8-EF4605FC29D1}" dt="2026-04-17T18:34:34.023" v="1245" actId="2696"/>
        <pc:sldMkLst>
          <pc:docMk/>
          <pc:sldMk cId="4115071974" sldId="455"/>
        </pc:sldMkLst>
      </pc:sldChg>
      <pc:sldChg chg="del">
        <pc:chgData name="María Noelia Romero" userId="2133f5768dfc5791" providerId="LiveId" clId="{0168CA65-A813-5033-94B8-EF4605FC29D1}" dt="2026-04-17T18:34:34.014" v="1243" actId="2696"/>
        <pc:sldMkLst>
          <pc:docMk/>
          <pc:sldMk cId="974348055" sldId="456"/>
        </pc:sldMkLst>
      </pc:sldChg>
      <pc:sldChg chg="del">
        <pc:chgData name="María Noelia Romero" userId="2133f5768dfc5791" providerId="LiveId" clId="{0168CA65-A813-5033-94B8-EF4605FC29D1}" dt="2026-04-17T18:34:34.028" v="1247" actId="2696"/>
        <pc:sldMkLst>
          <pc:docMk/>
          <pc:sldMk cId="2863088453" sldId="457"/>
        </pc:sldMkLst>
      </pc:sldChg>
      <pc:sldChg chg="del">
        <pc:chgData name="María Noelia Romero" userId="2133f5768dfc5791" providerId="LiveId" clId="{0168CA65-A813-5033-94B8-EF4605FC29D1}" dt="2026-04-17T18:34:34.031" v="1248" actId="2696"/>
        <pc:sldMkLst>
          <pc:docMk/>
          <pc:sldMk cId="2703389536" sldId="459"/>
        </pc:sldMkLst>
      </pc:sldChg>
      <pc:sldChg chg="del">
        <pc:chgData name="María Noelia Romero" userId="2133f5768dfc5791" providerId="LiveId" clId="{0168CA65-A813-5033-94B8-EF4605FC29D1}" dt="2026-04-17T18:34:34.034" v="1249" actId="2696"/>
        <pc:sldMkLst>
          <pc:docMk/>
          <pc:sldMk cId="3875915578" sldId="460"/>
        </pc:sldMkLst>
      </pc:sldChg>
      <pc:sldChg chg="del">
        <pc:chgData name="María Noelia Romero" userId="2133f5768dfc5791" providerId="LiveId" clId="{0168CA65-A813-5033-94B8-EF4605FC29D1}" dt="2026-04-17T18:34:34.037" v="1250" actId="2696"/>
        <pc:sldMkLst>
          <pc:docMk/>
          <pc:sldMk cId="1029334067" sldId="461"/>
        </pc:sldMkLst>
      </pc:sldChg>
      <pc:sldChg chg="del">
        <pc:chgData name="María Noelia Romero" userId="2133f5768dfc5791" providerId="LiveId" clId="{0168CA65-A813-5033-94B8-EF4605FC29D1}" dt="2026-04-17T18:34:34.146" v="1251" actId="2696"/>
        <pc:sldMkLst>
          <pc:docMk/>
          <pc:sldMk cId="889460477" sldId="462"/>
        </pc:sldMkLst>
      </pc:sldChg>
      <pc:sldChg chg="del">
        <pc:chgData name="María Noelia Romero" userId="2133f5768dfc5791" providerId="LiveId" clId="{0168CA65-A813-5033-94B8-EF4605FC29D1}" dt="2026-04-17T19:48:59.792" v="2065" actId="2696"/>
        <pc:sldMkLst>
          <pc:docMk/>
          <pc:sldMk cId="1302276743" sldId="463"/>
        </pc:sldMkLst>
      </pc:sldChg>
      <pc:sldChg chg="del">
        <pc:chgData name="María Noelia Romero" userId="2133f5768dfc5791" providerId="LiveId" clId="{0168CA65-A813-5033-94B8-EF4605FC29D1}" dt="2026-04-17T18:34:34.149" v="1252" actId="2696"/>
        <pc:sldMkLst>
          <pc:docMk/>
          <pc:sldMk cId="2343229239" sldId="464"/>
        </pc:sldMkLst>
      </pc:sldChg>
      <pc:sldChg chg="del">
        <pc:chgData name="María Noelia Romero" userId="2133f5768dfc5791" providerId="LiveId" clId="{0168CA65-A813-5033-94B8-EF4605FC29D1}" dt="2026-04-17T18:34:34.151" v="1253" actId="2696"/>
        <pc:sldMkLst>
          <pc:docMk/>
          <pc:sldMk cId="2851472097" sldId="465"/>
        </pc:sldMkLst>
      </pc:sldChg>
      <pc:sldChg chg="del">
        <pc:chgData name="María Noelia Romero" userId="2133f5768dfc5791" providerId="LiveId" clId="{0168CA65-A813-5033-94B8-EF4605FC29D1}" dt="2026-04-17T18:34:34.026" v="1246" actId="2696"/>
        <pc:sldMkLst>
          <pc:docMk/>
          <pc:sldMk cId="2101835326" sldId="466"/>
        </pc:sldMkLst>
      </pc:sldChg>
      <pc:sldChg chg="del">
        <pc:chgData name="María Noelia Romero" userId="2133f5768dfc5791" providerId="LiveId" clId="{0168CA65-A813-5033-94B8-EF4605FC29D1}" dt="2026-04-17T18:34:34.018" v="1244" actId="2696"/>
        <pc:sldMkLst>
          <pc:docMk/>
          <pc:sldMk cId="3238697457" sldId="467"/>
        </pc:sldMkLst>
      </pc:sldChg>
      <pc:sldChg chg="modSp add del mod">
        <pc:chgData name="María Noelia Romero" userId="2133f5768dfc5791" providerId="LiveId" clId="{0168CA65-A813-5033-94B8-EF4605FC29D1}" dt="2026-04-17T18:34:39.387" v="1266" actId="2696"/>
        <pc:sldMkLst>
          <pc:docMk/>
          <pc:sldMk cId="3883799236" sldId="472"/>
        </pc:sldMkLst>
      </pc:sldChg>
      <pc:sldChg chg="del">
        <pc:chgData name="María Noelia Romero" userId="2133f5768dfc5791" providerId="LiveId" clId="{0168CA65-A813-5033-94B8-EF4605FC29D1}" dt="2026-04-17T18:34:32.804" v="1237" actId="2696"/>
        <pc:sldMkLst>
          <pc:docMk/>
          <pc:sldMk cId="1849607977" sldId="476"/>
        </pc:sldMkLst>
      </pc:sldChg>
      <pc:sldChg chg="del">
        <pc:chgData name="María Noelia Romero" userId="2133f5768dfc5791" providerId="LiveId" clId="{0168CA65-A813-5033-94B8-EF4605FC29D1}" dt="2026-04-17T18:34:26.906" v="1212" actId="2696"/>
        <pc:sldMkLst>
          <pc:docMk/>
          <pc:sldMk cId="4093716494" sldId="486"/>
        </pc:sldMkLst>
      </pc:sldChg>
      <pc:sldChg chg="del">
        <pc:chgData name="María Noelia Romero" userId="2133f5768dfc5791" providerId="LiveId" clId="{0168CA65-A813-5033-94B8-EF4605FC29D1}" dt="2026-04-17T18:34:26.909" v="1213" actId="2696"/>
        <pc:sldMkLst>
          <pc:docMk/>
          <pc:sldMk cId="1050962510" sldId="487"/>
        </pc:sldMkLst>
      </pc:sldChg>
      <pc:sldChg chg="del">
        <pc:chgData name="María Noelia Romero" userId="2133f5768dfc5791" providerId="LiveId" clId="{0168CA65-A813-5033-94B8-EF4605FC29D1}" dt="2026-04-17T18:34:32.809" v="1238" actId="2696"/>
        <pc:sldMkLst>
          <pc:docMk/>
          <pc:sldMk cId="830726297" sldId="489"/>
        </pc:sldMkLst>
      </pc:sldChg>
      <pc:sldChg chg="del">
        <pc:chgData name="María Noelia Romero" userId="2133f5768dfc5791" providerId="LiveId" clId="{0168CA65-A813-5033-94B8-EF4605FC29D1}" dt="2026-04-17T18:34:32.811" v="1239" actId="2696"/>
        <pc:sldMkLst>
          <pc:docMk/>
          <pc:sldMk cId="2602025168" sldId="490"/>
        </pc:sldMkLst>
      </pc:sldChg>
      <pc:sldChg chg="del">
        <pc:chgData name="María Noelia Romero" userId="2133f5768dfc5791" providerId="LiveId" clId="{0168CA65-A813-5033-94B8-EF4605FC29D1}" dt="2026-04-17T18:34:32.665" v="1236" actId="2696"/>
        <pc:sldMkLst>
          <pc:docMk/>
          <pc:sldMk cId="3928208652" sldId="491"/>
        </pc:sldMkLst>
      </pc:sldChg>
      <pc:sldChg chg="del">
        <pc:chgData name="María Noelia Romero" userId="2133f5768dfc5791" providerId="LiveId" clId="{0168CA65-A813-5033-94B8-EF4605FC29D1}" dt="2026-04-17T18:34:36.382" v="1257" actId="2696"/>
        <pc:sldMkLst>
          <pc:docMk/>
          <pc:sldMk cId="1568205684" sldId="492"/>
        </pc:sldMkLst>
      </pc:sldChg>
      <pc:sldChg chg="del">
        <pc:chgData name="María Noelia Romero" userId="2133f5768dfc5791" providerId="LiveId" clId="{0168CA65-A813-5033-94B8-EF4605FC29D1}" dt="2026-04-17T18:34:36.384" v="1258" actId="2696"/>
        <pc:sldMkLst>
          <pc:docMk/>
          <pc:sldMk cId="3302704543" sldId="493"/>
        </pc:sldMkLst>
      </pc:sldChg>
      <pc:sldChg chg="del">
        <pc:chgData name="María Noelia Romero" userId="2133f5768dfc5791" providerId="LiveId" clId="{0168CA65-A813-5033-94B8-EF4605FC29D1}" dt="2026-04-17T18:34:36.386" v="1259" actId="2696"/>
        <pc:sldMkLst>
          <pc:docMk/>
          <pc:sldMk cId="1535803620" sldId="494"/>
        </pc:sldMkLst>
      </pc:sldChg>
      <pc:sldChg chg="modSp add mod">
        <pc:chgData name="María Noelia Romero" userId="2133f5768dfc5791" providerId="LiveId" clId="{0168CA65-A813-5033-94B8-EF4605FC29D1}" dt="2026-04-17T18:35:30.041" v="1372" actId="20577"/>
        <pc:sldMkLst>
          <pc:docMk/>
          <pc:sldMk cId="1728941127" sldId="495"/>
        </pc:sldMkLst>
        <pc:spChg chg="mod">
          <ac:chgData name="María Noelia Romero" userId="2133f5768dfc5791" providerId="LiveId" clId="{0168CA65-A813-5033-94B8-EF4605FC29D1}" dt="2026-04-17T18:35:18.258" v="1333" actId="20577"/>
          <ac:spMkLst>
            <pc:docMk/>
            <pc:sldMk cId="1728941127" sldId="495"/>
            <ac:spMk id="2" creationId="{6A52C8F4-54CC-EED9-C31F-8F80FFB62EED}"/>
          </ac:spMkLst>
        </pc:spChg>
        <pc:spChg chg="mod">
          <ac:chgData name="María Noelia Romero" userId="2133f5768dfc5791" providerId="LiveId" clId="{0168CA65-A813-5033-94B8-EF4605FC29D1}" dt="2026-04-17T18:35:30.041" v="1372" actId="20577"/>
          <ac:spMkLst>
            <pc:docMk/>
            <pc:sldMk cId="1728941127" sldId="495"/>
            <ac:spMk id="3" creationId="{C1F55BDD-1493-5FB8-8EDB-106F9B362918}"/>
          </ac:spMkLst>
        </pc:spChg>
      </pc:sldChg>
      <pc:sldChg chg="add">
        <pc:chgData name="María Noelia Romero" userId="2133f5768dfc5791" providerId="LiveId" clId="{0168CA65-A813-5033-94B8-EF4605FC29D1}" dt="2026-03-27T19:47:59.336" v="1130"/>
        <pc:sldMkLst>
          <pc:docMk/>
          <pc:sldMk cId="3787366145" sldId="496"/>
        </pc:sldMkLst>
      </pc:sldChg>
      <pc:sldChg chg="addSp delSp modSp new mod">
        <pc:chgData name="María Noelia Romero" userId="2133f5768dfc5791" providerId="LiveId" clId="{0168CA65-A813-5033-94B8-EF4605FC29D1}" dt="2026-04-17T18:58:57.586" v="1795" actId="20577"/>
        <pc:sldMkLst>
          <pc:docMk/>
          <pc:sldMk cId="521162667" sldId="497"/>
        </pc:sldMkLst>
        <pc:spChg chg="mod">
          <ac:chgData name="María Noelia Romero" userId="2133f5768dfc5791" providerId="LiveId" clId="{0168CA65-A813-5033-94B8-EF4605FC29D1}" dt="2026-04-17T18:35:44.981" v="1416" actId="20577"/>
          <ac:spMkLst>
            <pc:docMk/>
            <pc:sldMk cId="521162667" sldId="497"/>
            <ac:spMk id="2" creationId="{E4E08D55-C917-A59F-ED63-DBDBCBB1A64D}"/>
          </ac:spMkLst>
        </pc:spChg>
        <pc:spChg chg="del">
          <ac:chgData name="María Noelia Romero" userId="2133f5768dfc5791" providerId="LiveId" clId="{0168CA65-A813-5033-94B8-EF4605FC29D1}" dt="2026-04-17T18:36:32.360" v="1417"/>
          <ac:spMkLst>
            <pc:docMk/>
            <pc:sldMk cId="521162667" sldId="497"/>
            <ac:spMk id="3" creationId="{B8986E55-E884-7842-BAFC-B7ACFF7674FB}"/>
          </ac:spMkLst>
        </pc:spChg>
        <pc:spChg chg="add del mod">
          <ac:chgData name="María Noelia Romero" userId="2133f5768dfc5791" providerId="LiveId" clId="{0168CA65-A813-5033-94B8-EF4605FC29D1}" dt="2026-04-17T18:36:43.098" v="1419"/>
          <ac:spMkLst>
            <pc:docMk/>
            <pc:sldMk cId="521162667" sldId="497"/>
            <ac:spMk id="7" creationId="{32C4046A-3923-F561-0274-03A5A4704589}"/>
          </ac:spMkLst>
        </pc:spChg>
        <pc:graphicFrameChg chg="add del mod">
          <ac:chgData name="María Noelia Romero" userId="2133f5768dfc5791" providerId="LiveId" clId="{0168CA65-A813-5033-94B8-EF4605FC29D1}" dt="2026-04-17T18:36:39.245" v="1418" actId="478"/>
          <ac:graphicFrameMkLst>
            <pc:docMk/>
            <pc:sldMk cId="521162667" sldId="497"/>
            <ac:graphicFrameMk id="5" creationId="{88C18BEB-C846-958E-2D86-C13F08669A15}"/>
          </ac:graphicFrameMkLst>
        </pc:graphicFrameChg>
        <pc:graphicFrameChg chg="add mod modGraphic">
          <ac:chgData name="María Noelia Romero" userId="2133f5768dfc5791" providerId="LiveId" clId="{0168CA65-A813-5033-94B8-EF4605FC29D1}" dt="2026-04-17T18:58:57.586" v="1795" actId="20577"/>
          <ac:graphicFrameMkLst>
            <pc:docMk/>
            <pc:sldMk cId="521162667" sldId="497"/>
            <ac:graphicFrameMk id="8" creationId="{33AE433C-6535-2369-5EEB-1B26E7B2D371}"/>
          </ac:graphicFrameMkLst>
        </pc:graphicFrameChg>
      </pc:sldChg>
      <pc:sldChg chg="addSp delSp modSp new mod setBg">
        <pc:chgData name="María Noelia Romero" userId="2133f5768dfc5791" providerId="LiveId" clId="{0168CA65-A813-5033-94B8-EF4605FC29D1}" dt="2026-04-17T19:52:43.393" v="2195" actId="20577"/>
        <pc:sldMkLst>
          <pc:docMk/>
          <pc:sldMk cId="3764627841" sldId="498"/>
        </pc:sldMkLst>
        <pc:spChg chg="mod">
          <ac:chgData name="María Noelia Romero" userId="2133f5768dfc5791" providerId="LiveId" clId="{0168CA65-A813-5033-94B8-EF4605FC29D1}" dt="2026-04-17T19:30:24.031" v="1855" actId="20577"/>
          <ac:spMkLst>
            <pc:docMk/>
            <pc:sldMk cId="3764627841" sldId="498"/>
            <ac:spMk id="2" creationId="{CF992601-1D6D-7F68-76A2-64D182B7D48C}"/>
          </ac:spMkLst>
        </pc:spChg>
        <pc:spChg chg="add del">
          <ac:chgData name="María Noelia Romero" userId="2133f5768dfc5791" providerId="LiveId" clId="{0168CA65-A813-5033-94B8-EF4605FC29D1}" dt="2026-04-17T19:29:58.595" v="1801" actId="26606"/>
          <ac:spMkLst>
            <pc:docMk/>
            <pc:sldMk cId="3764627841" sldId="498"/>
            <ac:spMk id="3" creationId="{135A8E5A-06AC-5FB3-3824-D38C0AAAD41A}"/>
          </ac:spMkLst>
        </pc:spChg>
        <pc:spChg chg="mod">
          <ac:chgData name="María Noelia Romero" userId="2133f5768dfc5791" providerId="LiveId" clId="{0168CA65-A813-5033-94B8-EF4605FC29D1}" dt="2026-04-17T19:29:58.595" v="1801" actId="26606"/>
          <ac:spMkLst>
            <pc:docMk/>
            <pc:sldMk cId="3764627841" sldId="498"/>
            <ac:spMk id="4" creationId="{497BF477-216E-4643-9129-F08AB7456BAF}"/>
          </ac:spMkLst>
        </pc:spChg>
        <pc:spChg chg="add">
          <ac:chgData name="María Noelia Romero" userId="2133f5768dfc5791" providerId="LiveId" clId="{0168CA65-A813-5033-94B8-EF4605FC29D1}" dt="2026-04-17T19:29:58.595" v="1801" actId="26606"/>
          <ac:spMkLst>
            <pc:docMk/>
            <pc:sldMk cId="3764627841" sldId="498"/>
            <ac:spMk id="12" creationId="{7301F447-EEF7-48F5-AF73-7566EE7F64AD}"/>
          </ac:spMkLst>
        </pc:spChg>
        <pc:spChg chg="add">
          <ac:chgData name="María Noelia Romero" userId="2133f5768dfc5791" providerId="LiveId" clId="{0168CA65-A813-5033-94B8-EF4605FC29D1}" dt="2026-04-17T19:29:58.595" v="1801" actId="26606"/>
          <ac:spMkLst>
            <pc:docMk/>
            <pc:sldMk cId="3764627841" sldId="498"/>
            <ac:spMk id="14" creationId="{F7117410-A2A4-4085-9ADC-46744551DBDE}"/>
          </ac:spMkLst>
        </pc:spChg>
        <pc:spChg chg="add">
          <ac:chgData name="María Noelia Romero" userId="2133f5768dfc5791" providerId="LiveId" clId="{0168CA65-A813-5033-94B8-EF4605FC29D1}" dt="2026-04-17T19:29:58.595" v="1801" actId="26606"/>
          <ac:spMkLst>
            <pc:docMk/>
            <pc:sldMk cId="3764627841" sldId="498"/>
            <ac:spMk id="16" creationId="{99F74EB5-E547-4FB4-95F5-BCC788F3C4A0}"/>
          </ac:spMkLst>
        </pc:spChg>
        <pc:graphicFrameChg chg="add mod">
          <ac:chgData name="María Noelia Romero" userId="2133f5768dfc5791" providerId="LiveId" clId="{0168CA65-A813-5033-94B8-EF4605FC29D1}" dt="2026-04-17T19:29:51.820" v="1798"/>
          <ac:graphicFrameMkLst>
            <pc:docMk/>
            <pc:sldMk cId="3764627841" sldId="498"/>
            <ac:graphicFrameMk id="5" creationId="{DC8CCBCC-550E-D274-D3D4-3F1909A075BB}"/>
          </ac:graphicFrameMkLst>
        </pc:graphicFrameChg>
        <pc:graphicFrameChg chg="add del mod">
          <ac:chgData name="María Noelia Romero" userId="2133f5768dfc5791" providerId="LiveId" clId="{0168CA65-A813-5033-94B8-EF4605FC29D1}" dt="2026-04-17T19:29:58.595" v="1801" actId="26606"/>
          <ac:graphicFrameMkLst>
            <pc:docMk/>
            <pc:sldMk cId="3764627841" sldId="498"/>
            <ac:graphicFrameMk id="6" creationId="{DC8CCBCC-550E-D274-D3D4-3F1909A075BB}"/>
          </ac:graphicFrameMkLst>
        </pc:graphicFrameChg>
        <pc:graphicFrameChg chg="add mod">
          <ac:chgData name="María Noelia Romero" userId="2133f5768dfc5791" providerId="LiveId" clId="{0168CA65-A813-5033-94B8-EF4605FC29D1}" dt="2026-04-17T19:51:12.057" v="2177"/>
          <ac:graphicFrameMkLst>
            <pc:docMk/>
            <pc:sldMk cId="3764627841" sldId="498"/>
            <ac:graphicFrameMk id="7" creationId="{9ABEBC1F-DDE8-E2FD-2852-5103E807F82B}"/>
          </ac:graphicFrameMkLst>
        </pc:graphicFrameChg>
        <pc:graphicFrameChg chg="add mod modGraphic">
          <ac:chgData name="María Noelia Romero" userId="2133f5768dfc5791" providerId="LiveId" clId="{0168CA65-A813-5033-94B8-EF4605FC29D1}" dt="2026-04-17T19:52:43.393" v="2195" actId="20577"/>
          <ac:graphicFrameMkLst>
            <pc:docMk/>
            <pc:sldMk cId="3764627841" sldId="498"/>
            <ac:graphicFrameMk id="8" creationId="{F95574D2-8A34-CFDE-66CC-B235EF18DB45}"/>
          </ac:graphicFrameMkLst>
        </pc:graphicFrameChg>
        <pc:graphicFrameChg chg="add mod">
          <ac:chgData name="María Noelia Romero" userId="2133f5768dfc5791" providerId="LiveId" clId="{0168CA65-A813-5033-94B8-EF4605FC29D1}" dt="2026-04-17T19:31:11.782" v="1866" actId="403"/>
          <ac:graphicFrameMkLst>
            <pc:docMk/>
            <pc:sldMk cId="3764627841" sldId="498"/>
            <ac:graphicFrameMk id="9" creationId="{DC8CCBCC-550E-D274-D3D4-3F1909A075BB}"/>
          </ac:graphicFrameMkLst>
        </pc:graphicFrameChg>
      </pc:sldChg>
      <pc:sldChg chg="addSp delSp modSp new mod setBg">
        <pc:chgData name="María Noelia Romero" userId="2133f5768dfc5791" providerId="LiveId" clId="{0168CA65-A813-5033-94B8-EF4605FC29D1}" dt="2026-04-17T19:47:34.482" v="2022" actId="255"/>
        <pc:sldMkLst>
          <pc:docMk/>
          <pc:sldMk cId="2481420279" sldId="499"/>
        </pc:sldMkLst>
        <pc:spChg chg="mod">
          <ac:chgData name="María Noelia Romero" userId="2133f5768dfc5791" providerId="LiveId" clId="{0168CA65-A813-5033-94B8-EF4605FC29D1}" dt="2026-04-17T19:46:26.691" v="2010" actId="20577"/>
          <ac:spMkLst>
            <pc:docMk/>
            <pc:sldMk cId="2481420279" sldId="499"/>
            <ac:spMk id="2" creationId="{A69AEBFD-FD8E-CF38-B0B4-6696B6F84E4B}"/>
          </ac:spMkLst>
        </pc:spChg>
        <pc:spChg chg="del">
          <ac:chgData name="María Noelia Romero" userId="2133f5768dfc5791" providerId="LiveId" clId="{0168CA65-A813-5033-94B8-EF4605FC29D1}" dt="2026-04-17T19:45:35.064" v="1926"/>
          <ac:spMkLst>
            <pc:docMk/>
            <pc:sldMk cId="2481420279" sldId="499"/>
            <ac:spMk id="3" creationId="{D7233C03-96FC-88F2-9060-263B8A034BB6}"/>
          </ac:spMkLst>
        </pc:spChg>
        <pc:spChg chg="mod">
          <ac:chgData name="María Noelia Romero" userId="2133f5768dfc5791" providerId="LiveId" clId="{0168CA65-A813-5033-94B8-EF4605FC29D1}" dt="2026-04-17T19:45:38.194" v="1927" actId="26606"/>
          <ac:spMkLst>
            <pc:docMk/>
            <pc:sldMk cId="2481420279" sldId="499"/>
            <ac:spMk id="4" creationId="{4196C889-3851-2666-5B25-DD08CEDB532F}"/>
          </ac:spMkLst>
        </pc:spChg>
        <pc:spChg chg="add">
          <ac:chgData name="María Noelia Romero" userId="2133f5768dfc5791" providerId="LiveId" clId="{0168CA65-A813-5033-94B8-EF4605FC29D1}" dt="2026-04-17T19:45:38.194" v="1927" actId="26606"/>
          <ac:spMkLst>
            <pc:docMk/>
            <pc:sldMk cId="2481420279" sldId="499"/>
            <ac:spMk id="10" creationId="{81D377EB-C9D2-4ED0-86A6-740A297E3EAC}"/>
          </ac:spMkLst>
        </pc:spChg>
        <pc:spChg chg="add">
          <ac:chgData name="María Noelia Romero" userId="2133f5768dfc5791" providerId="LiveId" clId="{0168CA65-A813-5033-94B8-EF4605FC29D1}" dt="2026-04-17T19:45:38.194" v="1927" actId="26606"/>
          <ac:spMkLst>
            <pc:docMk/>
            <pc:sldMk cId="2481420279" sldId="499"/>
            <ac:spMk id="12" creationId="{066346BE-FDB4-4772-A696-0719490ABD64}"/>
          </ac:spMkLst>
        </pc:spChg>
        <pc:spChg chg="add">
          <ac:chgData name="María Noelia Romero" userId="2133f5768dfc5791" providerId="LiveId" clId="{0168CA65-A813-5033-94B8-EF4605FC29D1}" dt="2026-04-17T19:45:38.194" v="1927" actId="26606"/>
          <ac:spMkLst>
            <pc:docMk/>
            <pc:sldMk cId="2481420279" sldId="499"/>
            <ac:spMk id="14" creationId="{FB92FFCE-0C90-454E-AA25-D4EE9A6C39C5}"/>
          </ac:spMkLst>
        </pc:spChg>
        <pc:graphicFrameChg chg="add mod">
          <ac:chgData name="María Noelia Romero" userId="2133f5768dfc5791" providerId="LiveId" clId="{0168CA65-A813-5033-94B8-EF4605FC29D1}" dt="2026-04-17T19:47:34.482" v="2022" actId="255"/>
          <ac:graphicFrameMkLst>
            <pc:docMk/>
            <pc:sldMk cId="2481420279" sldId="499"/>
            <ac:graphicFrameMk id="5" creationId="{41303919-19FE-77CA-3B7F-30B793EBFC18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https://d.docs.live.net/2133f5768dfc5791/Cursos/UBA/2026%20-%20S1%20-%20Big%20Data/TPs/Entregados/TP2/Resultados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https://d.docs.live.net/2133f5768dfc5791/Cursos/UBA/2026%20-%20S1%20-%20Big%20Data/TPs/Entregados/TP2/Resultado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Hoja1!$M$8</c:f>
              <c:strCache>
                <c:ptCount val="1"/>
                <c:pt idx="0">
                  <c:v>1: Upper-tier informal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  <a:endParaRPr lang="es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Hoja1!$N$7:$P$7</c:f>
              <c:strCache>
                <c:ptCount val="3"/>
                <c:pt idx="0">
                  <c:v>RM&amp;AM(2019)</c:v>
                </c:pt>
                <c:pt idx="1">
                  <c:v>2024T1</c:v>
                </c:pt>
                <c:pt idx="2">
                  <c:v>2025T2</c:v>
                </c:pt>
              </c:strCache>
            </c:strRef>
          </c:cat>
          <c:val>
            <c:numRef>
              <c:f>Hoja1!$N$8:$P$8</c:f>
              <c:numCache>
                <c:formatCode>General</c:formatCode>
                <c:ptCount val="3"/>
                <c:pt idx="0">
                  <c:v>11</c:v>
                </c:pt>
                <c:pt idx="1">
                  <c:v>15</c:v>
                </c:pt>
                <c:pt idx="2">
                  <c:v>14.000000000000002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63-9D42-BAA2-CFA07B5F0E28}"/>
            </c:ext>
          </c:extLst>
        </c:ser>
        <c:ser>
          <c:idx val="1"/>
          <c:order val="1"/>
          <c:tx>
            <c:strRef>
              <c:f>Hoja1!$M$9</c:f>
              <c:strCache>
                <c:ptCount val="1"/>
                <c:pt idx="0">
                  <c:v>2: Lower-tier informal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  <a:endParaRPr lang="es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Hoja1!$N$7:$P$7</c:f>
              <c:strCache>
                <c:ptCount val="3"/>
                <c:pt idx="0">
                  <c:v>RM&amp;AM(2019)</c:v>
                </c:pt>
                <c:pt idx="1">
                  <c:v>2024T1</c:v>
                </c:pt>
                <c:pt idx="2">
                  <c:v>2025T2</c:v>
                </c:pt>
              </c:strCache>
            </c:strRef>
          </c:cat>
          <c:val>
            <c:numRef>
              <c:f>Hoja1!$N$9:$P$9</c:f>
              <c:numCache>
                <c:formatCode>General</c:formatCode>
                <c:ptCount val="3"/>
                <c:pt idx="0">
                  <c:v>17</c:v>
                </c:pt>
                <c:pt idx="1">
                  <c:v>39</c:v>
                </c:pt>
                <c:pt idx="2">
                  <c:v>40.699999999999996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F63-9D42-BAA2-CFA07B5F0E28}"/>
            </c:ext>
          </c:extLst>
        </c:ser>
        <c:ser>
          <c:idx val="2"/>
          <c:order val="2"/>
          <c:tx>
            <c:strRef>
              <c:f>Hoja1!$M$10</c:f>
              <c:strCache>
                <c:ptCount val="1"/>
                <c:pt idx="0">
                  <c:v>3: Self-employed informal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  <a:endParaRPr lang="es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Hoja1!$N$7:$P$7</c:f>
              <c:strCache>
                <c:ptCount val="3"/>
                <c:pt idx="0">
                  <c:v>RM&amp;AM(2019)</c:v>
                </c:pt>
                <c:pt idx="1">
                  <c:v>2024T1</c:v>
                </c:pt>
                <c:pt idx="2">
                  <c:v>2025T2</c:v>
                </c:pt>
              </c:strCache>
            </c:strRef>
          </c:cat>
          <c:val>
            <c:numRef>
              <c:f>Hoja1!$N$10:$P$10</c:f>
              <c:numCache>
                <c:formatCode>General</c:formatCode>
                <c:ptCount val="3"/>
                <c:pt idx="0">
                  <c:v>21</c:v>
                </c:pt>
                <c:pt idx="1">
                  <c:v>16.259999999999998</c:v>
                </c:pt>
                <c:pt idx="2">
                  <c:v>17.940000000000001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F63-9D42-BAA2-CFA07B5F0E2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5"/>
        <c:overlap val="100"/>
        <c:axId val="149232944"/>
        <c:axId val="148976224"/>
      </c:barChart>
      <c:catAx>
        <c:axId val="149232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Gill Sans Nova Light" panose="020B0302020104020203" pitchFamily="34" charset="0"/>
                <a:ea typeface="+mn-ea"/>
                <a:cs typeface="+mn-cs"/>
              </a:defRPr>
            </a:pPr>
            <a:endParaRPr lang="es-US"/>
          </a:p>
        </c:txPr>
        <c:crossAx val="148976224"/>
        <c:crosses val="autoZero"/>
        <c:auto val="1"/>
        <c:lblAlgn val="ctr"/>
        <c:lblOffset val="100"/>
        <c:noMultiLvlLbl val="0"/>
      </c:catAx>
      <c:valAx>
        <c:axId val="148976224"/>
        <c:scaling>
          <c:orientation val="minMax"/>
          <c:max val="80"/>
          <c:min val="0"/>
        </c:scaling>
        <c:delete val="1"/>
        <c:axPos val="l"/>
        <c:numFmt formatCode="General" sourceLinked="1"/>
        <c:majorTickMark val="none"/>
        <c:minorTickMark val="none"/>
        <c:tickLblPos val="nextTo"/>
        <c:crossAx val="149232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/>
              </a:solidFill>
              <a:latin typeface="Gill Sans Nova Light" panose="020B0302020104020203" pitchFamily="34" charset="0"/>
              <a:ea typeface="+mn-ea"/>
              <a:cs typeface="+mn-cs"/>
            </a:defRPr>
          </a:pPr>
          <a:endParaRPr lang="es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Hoja1!$H$34</c:f>
              <c:strCache>
                <c:ptCount val="1"/>
                <c:pt idx="0">
                  <c:v>1: Upper-tier informal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00" b="1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  <a:endParaRPr lang="es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Hoja1!$I$32:$L$33</c:f>
              <c:multiLvlStrCache>
                <c:ptCount val="4"/>
                <c:lvl>
                  <c:pt idx="0">
                    <c:v>Mujeres</c:v>
                  </c:pt>
                  <c:pt idx="1">
                    <c:v>Hombres</c:v>
                  </c:pt>
                  <c:pt idx="2">
                    <c:v>Mujeres</c:v>
                  </c:pt>
                  <c:pt idx="3">
                    <c:v>Hombres</c:v>
                  </c:pt>
                </c:lvl>
                <c:lvl>
                  <c:pt idx="0">
                    <c:v>2024T1</c:v>
                  </c:pt>
                  <c:pt idx="1">
                    <c:v>2024T1</c:v>
                  </c:pt>
                  <c:pt idx="2">
                    <c:v>2025T2</c:v>
                  </c:pt>
                  <c:pt idx="3">
                    <c:v>2025T2</c:v>
                  </c:pt>
                </c:lvl>
              </c:multiLvlStrCache>
            </c:multiLvlStrRef>
          </c:cat>
          <c:val>
            <c:numRef>
              <c:f>Hoja1!$I$34:$L$34</c:f>
              <c:numCache>
                <c:formatCode>0</c:formatCode>
                <c:ptCount val="4"/>
                <c:pt idx="0">
                  <c:v>14.7</c:v>
                </c:pt>
                <c:pt idx="1">
                  <c:v>15.3</c:v>
                </c:pt>
                <c:pt idx="2">
                  <c:v>13</c:v>
                </c:pt>
                <c:pt idx="3">
                  <c:v>14.8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4A-6D47-8D1E-258CE020BC77}"/>
            </c:ext>
          </c:extLst>
        </c:ser>
        <c:ser>
          <c:idx val="1"/>
          <c:order val="1"/>
          <c:tx>
            <c:strRef>
              <c:f>Hoja1!$H$35</c:f>
              <c:strCache>
                <c:ptCount val="1"/>
                <c:pt idx="0">
                  <c:v>2: Lower-tier informal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00" b="1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  <a:endParaRPr lang="es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Hoja1!$I$32:$L$33</c:f>
              <c:multiLvlStrCache>
                <c:ptCount val="4"/>
                <c:lvl>
                  <c:pt idx="0">
                    <c:v>Mujeres</c:v>
                  </c:pt>
                  <c:pt idx="1">
                    <c:v>Hombres</c:v>
                  </c:pt>
                  <c:pt idx="2">
                    <c:v>Mujeres</c:v>
                  </c:pt>
                  <c:pt idx="3">
                    <c:v>Hombres</c:v>
                  </c:pt>
                </c:lvl>
                <c:lvl>
                  <c:pt idx="0">
                    <c:v>2024T1</c:v>
                  </c:pt>
                  <c:pt idx="1">
                    <c:v>2024T1</c:v>
                  </c:pt>
                  <c:pt idx="2">
                    <c:v>2025T2</c:v>
                  </c:pt>
                  <c:pt idx="3">
                    <c:v>2025T2</c:v>
                  </c:pt>
                </c:lvl>
              </c:multiLvlStrCache>
            </c:multiLvlStrRef>
          </c:cat>
          <c:val>
            <c:numRef>
              <c:f>Hoja1!$I$35:$L$35</c:f>
              <c:numCache>
                <c:formatCode>0</c:formatCode>
                <c:ptCount val="4"/>
                <c:pt idx="0">
                  <c:v>40.4</c:v>
                </c:pt>
                <c:pt idx="1">
                  <c:v>37.799999999999997</c:v>
                </c:pt>
                <c:pt idx="2">
                  <c:v>42.3</c:v>
                </c:pt>
                <c:pt idx="3">
                  <c:v>39.4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A4A-6D47-8D1E-258CE020BC77}"/>
            </c:ext>
          </c:extLst>
        </c:ser>
        <c:ser>
          <c:idx val="2"/>
          <c:order val="2"/>
          <c:tx>
            <c:strRef>
              <c:f>Hoja1!$H$36</c:f>
              <c:strCache>
                <c:ptCount val="1"/>
                <c:pt idx="0">
                  <c:v>3: Self-employed informal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00" b="1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  <a:endParaRPr lang="es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Hoja1!$I$32:$L$33</c:f>
              <c:multiLvlStrCache>
                <c:ptCount val="4"/>
                <c:lvl>
                  <c:pt idx="0">
                    <c:v>Mujeres</c:v>
                  </c:pt>
                  <c:pt idx="1">
                    <c:v>Hombres</c:v>
                  </c:pt>
                  <c:pt idx="2">
                    <c:v>Mujeres</c:v>
                  </c:pt>
                  <c:pt idx="3">
                    <c:v>Hombres</c:v>
                  </c:pt>
                </c:lvl>
                <c:lvl>
                  <c:pt idx="0">
                    <c:v>2024T1</c:v>
                  </c:pt>
                  <c:pt idx="1">
                    <c:v>2024T1</c:v>
                  </c:pt>
                  <c:pt idx="2">
                    <c:v>2025T2</c:v>
                  </c:pt>
                  <c:pt idx="3">
                    <c:v>2025T2</c:v>
                  </c:pt>
                </c:lvl>
              </c:multiLvlStrCache>
            </c:multiLvlStrRef>
          </c:cat>
          <c:val>
            <c:numRef>
              <c:f>Hoja1!$I$36:$L$36</c:f>
              <c:numCache>
                <c:formatCode>0</c:formatCode>
                <c:ptCount val="4"/>
                <c:pt idx="0">
                  <c:v>13.7</c:v>
                </c:pt>
                <c:pt idx="1">
                  <c:v>18.8</c:v>
                </c:pt>
                <c:pt idx="2">
                  <c:v>15.1</c:v>
                </c:pt>
                <c:pt idx="3">
                  <c:v>20.8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A4A-6D47-8D1E-258CE020BC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914536399"/>
        <c:axId val="1914538111"/>
      </c:barChart>
      <c:catAx>
        <c:axId val="19145363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Gill Sans Nova Light" panose="020B0302020104020203" pitchFamily="34" charset="0"/>
                <a:ea typeface="+mn-ea"/>
                <a:cs typeface="+mn-cs"/>
              </a:defRPr>
            </a:pPr>
            <a:endParaRPr lang="es-US"/>
          </a:p>
        </c:txPr>
        <c:crossAx val="1914538111"/>
        <c:crosses val="autoZero"/>
        <c:auto val="1"/>
        <c:lblAlgn val="ctr"/>
        <c:lblOffset val="100"/>
        <c:noMultiLvlLbl val="0"/>
      </c:catAx>
      <c:valAx>
        <c:axId val="1914538111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s-US"/>
          </a:p>
        </c:txPr>
        <c:crossAx val="19145363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/>
              </a:solidFill>
              <a:latin typeface="Gill Sans Nova Light" panose="020B0302020104020203" pitchFamily="34" charset="0"/>
              <a:ea typeface="+mn-ea"/>
              <a:cs typeface="+mn-cs"/>
            </a:defRPr>
          </a:pPr>
          <a:endParaRPr lang="es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A57B98-7F31-0D42-9B7E-63D1E3B1FEB1}" type="datetimeFigureOut">
              <a:rPr lang="es-ES_tradnl" smtClean="0"/>
              <a:t>17/4/26</a:t>
            </a:fld>
            <a:endParaRPr lang="es-ES_trad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6B6AD-E852-0649-B090-0B587A2ABB49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22000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92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CB98C-7E11-E20C-7CA1-01CA7BC60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8FC3A6-7EF0-25DE-49FD-093DABEA4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BDF46-6163-6B81-C8F2-2AFCA65AD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6A44-393B-2349-9636-C2E629343387}" type="datetime1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8C366-551D-FE97-2B1D-32127BF38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01B1D-ECC1-F92A-E5F2-CCE79365E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86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0CDC1-3848-0D97-B7AC-87941E6A6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930B0-69E0-A392-06B3-B0B255B70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B745A-C184-9A02-3478-963C49CDE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7DD35-DA54-6249-8929-31941A6F915E}" type="datetime1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E6306-932B-2678-8102-D5B1FF6A8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FBCBB-A717-3F86-896B-2E915566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4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2CE9D-254D-F34F-04CD-7171E08AA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3A657-71FF-6D0F-FA99-85DC67E6E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D6D25-137F-9F92-60F0-FB0CA02EF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33375-BE77-974E-B796-FE3045409A94}" type="datetime1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48134-AEC4-52EE-619E-153EC79DA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96E28-6B6A-F6F8-4722-E4543D315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86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31D6C-E496-E079-CBB1-0568125CB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E5603-C8AA-9A92-329E-1802B5F592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050DDA-AA05-B9E0-6968-15C94DE92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06625-219C-99D2-3E54-1E8F41B24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5ED56-00FC-634F-B6C2-E86770DA063E}" type="datetime1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BABBC7-B012-FDE4-EA5B-0F69DA2EA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5FDEE-8F41-2CAA-8017-4038F3B81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156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BA04D-9D5C-EB18-C5D0-F76A09B06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72525-56CB-7F89-4E11-9F3346C59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198E8-A9B1-48FB-F54D-A3A92D36D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21E517-63E9-95AE-DECC-CFC5865D1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42A0CC-FDD5-8EAE-60EC-D76CDDC97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DA6C08-7F94-962B-4B6D-4E592F0E2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0F7AF-5390-6D41-B3C2-4512AD8DC48F}" type="datetime1">
              <a:rPr lang="en-US" smtClean="0"/>
              <a:t>4/17/26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6DBB8B-904B-340C-44C2-AEB8E7341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57219B-396C-1FD3-E2D2-AE4347275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264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471B7-64C8-5681-B050-6630E1012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26AF0-FBD4-6543-A23B-33B8EC5C6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FBA76-D706-234B-B88E-FA9EF4D7D110}" type="datetime1">
              <a:rPr lang="en-US" smtClean="0"/>
              <a:t>4/17/26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87316-ECA6-24C4-30E6-F285BB5BB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1D056-F9AE-1692-E81E-AF758FCCC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57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A10710-3846-C9D7-2144-F947912C5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7C583-3803-924E-B51C-25F9B096D826}" type="datetime1">
              <a:rPr lang="en-US" smtClean="0"/>
              <a:t>4/17/26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AC6AD-5E2E-A761-7126-579D50261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490D8-22CE-08FF-C435-CF9436B20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12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C159F-BCFE-0041-5B65-0F7FC249D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DE978-B876-7F13-E812-15175B9B4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065CE-0860-1EFD-1CD1-8D84398DF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E4DE7-1714-6B66-42FD-77D069D7B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C20E7-E151-324B-B310-BE89353755F2}" type="datetime1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CCE9F-F437-9F8B-15B0-8576AFF53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9748-1BAE-0CB1-1ED5-9FF402F0A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04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D5094-D299-E460-49A2-D005A07AC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69A670-8C5F-885F-FB89-1940119E60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F02C41-9999-BFD6-AEAD-EB346FCC3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5BE73-C51E-CB3B-FD3F-C461033F7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53A3E-DA75-EC4A-9046-4A3B26FBAAC1}" type="datetime1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5D6684-3CE0-4A83-95A6-6EBB09496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73D51-51CE-D827-C1EE-C87D922E8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15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36847-10A3-1E86-2365-C19719B4A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F4D640-C06A-7E21-00D5-44964ADC6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FEB36-D0A3-DD5E-C201-B27A71693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0747D-E2B9-0645-9126-214ED2EB266F}" type="datetime1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6C4C8-11C3-310B-0494-5A9A39C6A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3FB9E-F285-F7AE-0E8F-94E443916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31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9591E1-25BE-1B7D-2747-B206B76901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C95D2-79AD-B457-5041-AF0BC72AD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D9B71-7EFC-DD71-1559-F745192F9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EB08E-9945-494E-8140-072E164898FC}" type="datetime1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FD8D1-6C57-FE1E-C640-C760ABFFA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79F31-ACBF-4495-3650-1BBE0598F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317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CE12EA-8A8E-06EC-6E57-8E5E96C51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40FE1-91A8-46C3-32E1-30AAA21A9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noProof="0"/>
              <a:t>Click to edit Master text styles</a:t>
            </a:r>
          </a:p>
          <a:p>
            <a:pPr lvl="1"/>
            <a:r>
              <a:rPr lang="es-ES_tradnl" noProof="0"/>
              <a:t>Second level</a:t>
            </a:r>
          </a:p>
          <a:p>
            <a:pPr lvl="2"/>
            <a:r>
              <a:rPr lang="es-ES_tradnl" noProof="0"/>
              <a:t>Third level</a:t>
            </a:r>
          </a:p>
          <a:p>
            <a:pPr lvl="3"/>
            <a:r>
              <a:rPr lang="es-ES_tradnl" noProof="0"/>
              <a:t>Fourth level</a:t>
            </a:r>
          </a:p>
          <a:p>
            <a:pPr lvl="4"/>
            <a:r>
              <a:rPr lang="es-ES_tradnl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69DB0-88CE-6331-AB80-0CB309875B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03A4A31-8716-1243-A06A-E7884CD293D7}" type="datetime1">
              <a:rPr lang="en-US" noProof="0" smtClean="0"/>
              <a:t>4/17/26</a:t>
            </a:fld>
            <a:endParaRPr lang="es-ES_tradnl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5CBFB-E83F-ED57-BB3C-53CCB6662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endParaRPr lang="es-ES_tradnl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DCCDE-D195-0527-335D-0AECD8803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78C1CC4-2077-434E-BCF1-5D01C08A9B17}" type="slidenum">
              <a:rPr lang="es-ES_tradnl" smtClean="0"/>
              <a:pPr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809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2060"/>
          </a:solidFill>
          <a:latin typeface="Goudy Old Style" panose="02020502050305020303" pitchFamily="18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mailto:25RO35480961@campus.economicas.uba.ar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2C8F4-54CC-EED9-C31F-8F80FFB62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46910"/>
            <a:ext cx="9144000" cy="2387600"/>
          </a:xfrm>
        </p:spPr>
        <p:txBody>
          <a:bodyPr>
            <a:normAutofit/>
          </a:bodyPr>
          <a:lstStyle/>
          <a:p>
            <a:r>
              <a:rPr lang="es-ES" sz="4400" b="1" kern="1400" dirty="0">
                <a:solidFill>
                  <a:srgbClr val="002060"/>
                </a:solidFill>
                <a:effectLst/>
                <a:latin typeface="Goudy Old Style" panose="02020502050305020303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Resultados del TP2: </a:t>
            </a:r>
            <a:br>
              <a:rPr lang="es-ES" sz="4400" b="1" kern="1400" dirty="0">
                <a:solidFill>
                  <a:srgbClr val="002060"/>
                </a:solidFill>
                <a:effectLst/>
                <a:latin typeface="Goudy Old Style" panose="02020502050305020303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sz="4400" b="1" kern="1400" dirty="0">
                <a:solidFill>
                  <a:srgbClr val="002060"/>
                </a:solidFill>
                <a:effectLst/>
                <a:latin typeface="Goudy Old Style" panose="02020502050305020303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Primer encuentro con la EPH</a:t>
            </a:r>
            <a:endParaRPr lang="en-US" sz="149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F55BDD-1493-5FB8-8EDB-106F9B362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9115"/>
            <a:ext cx="9144000" cy="1655762"/>
          </a:xfrm>
        </p:spPr>
        <p:txBody>
          <a:bodyPr>
            <a:normAutofit/>
          </a:bodyPr>
          <a:lstStyle/>
          <a:p>
            <a:r>
              <a:rPr lang="es-ES" sz="3200" dirty="0">
                <a:solidFill>
                  <a:srgbClr val="000000"/>
                </a:solidFill>
                <a:effectLst/>
                <a:latin typeface="Gill Sans Nova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María Noelia Romero</a:t>
            </a:r>
            <a:r>
              <a:rPr lang="en-US" sz="4000" dirty="0">
                <a:effectLst/>
              </a:rPr>
              <a:t> </a:t>
            </a:r>
            <a:endParaRPr lang="en-US" sz="4000" dirty="0"/>
          </a:p>
          <a:p>
            <a:r>
              <a:rPr lang="es-ES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Viernes 17 de abril de 2026</a:t>
            </a:r>
            <a:endParaRPr lang="en-US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EADCD9-CEB1-5D1E-D7AC-167899E21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027F2D-CC52-462D-4A92-C7C4502C7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50" y="853123"/>
            <a:ext cx="1463040" cy="1463040"/>
          </a:xfrm>
          <a:prstGeom prst="rect">
            <a:avLst/>
          </a:prstGeom>
        </p:spPr>
      </p:pic>
      <p:pic>
        <p:nvPicPr>
          <p:cNvPr id="6" name="Picture 5" descr="A blue and yellow logo&#10;&#10;Description automatically generated">
            <a:extLst>
              <a:ext uri="{FF2B5EF4-FFF2-40B4-BE49-F238E27FC236}">
                <a16:creationId xmlns:a16="http://schemas.microsoft.com/office/drawing/2014/main" id="{939E0972-AB4F-C51D-7B38-9F10B613F9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007" y="849631"/>
            <a:ext cx="1271793" cy="14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941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E08D55-C917-A59F-ED63-DBDBCBB1A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Asignación de informalidad por grupo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17EED15-98BD-9516-ED8A-5248EE6F3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Marcador de contenido 7">
                <a:extLst>
                  <a:ext uri="{FF2B5EF4-FFF2-40B4-BE49-F238E27FC236}">
                    <a16:creationId xmlns:a16="http://schemas.microsoft.com/office/drawing/2014/main" id="{33AE433C-6535-2369-5EEB-1B26E7B2D371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37616401"/>
                  </p:ext>
                </p:extLst>
              </p:nvPr>
            </p:nvGraphicFramePr>
            <p:xfrm>
              <a:off x="990600" y="1690688"/>
              <a:ext cx="10363200" cy="4319723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247900">
                      <a:extLst>
                        <a:ext uri="{9D8B030D-6E8A-4147-A177-3AD203B41FA5}">
                          <a16:colId xmlns:a16="http://schemas.microsoft.com/office/drawing/2014/main" val="38716891"/>
                        </a:ext>
                      </a:extLst>
                    </a:gridCol>
                    <a:gridCol w="1137557">
                      <a:extLst>
                        <a:ext uri="{9D8B030D-6E8A-4147-A177-3AD203B41FA5}">
                          <a16:colId xmlns:a16="http://schemas.microsoft.com/office/drawing/2014/main" val="1232260684"/>
                        </a:ext>
                      </a:extLst>
                    </a:gridCol>
                    <a:gridCol w="6977743">
                      <a:extLst>
                        <a:ext uri="{9D8B030D-6E8A-4147-A177-3AD203B41FA5}">
                          <a16:colId xmlns:a16="http://schemas.microsoft.com/office/drawing/2014/main" val="1113846762"/>
                        </a:ext>
                      </a:extLst>
                    </a:gridCol>
                  </a:tblGrid>
                  <a:tr h="901879">
                    <a:tc>
                      <a:txBody>
                        <a:bodyPr/>
                        <a:lstStyle/>
                        <a:p>
                          <a:pPr marL="0" marR="0">
                            <a:buNone/>
                          </a:pPr>
                          <a:r>
                            <a:rPr lang="es-ES_tradnl" sz="2400" b="1" noProof="0" dirty="0">
                              <a:solidFill>
                                <a:schemeClr val="bg1"/>
                              </a:solidFill>
                              <a:effectLst/>
                              <a:latin typeface="Gill Sans Nova Light" panose="020B0302020104020203" pitchFamily="34" charset="0"/>
                              <a:ea typeface="Times New Roman" panose="02020603050405020304" pitchFamily="18" charset="0"/>
                            </a:rPr>
                            <a:t>Definición de informalidad</a:t>
                          </a:r>
                          <a:endParaRPr lang="es-ES_tradnl" sz="2400" noProof="0" dirty="0">
                            <a:solidFill>
                              <a:schemeClr val="bg1"/>
                            </a:solidFill>
                            <a:effectLst/>
                            <a:latin typeface="Gill Sans Nova Light" panose="020B0302020104020203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2400" b="1" noProof="0" dirty="0">
                              <a:solidFill>
                                <a:schemeClr val="bg1"/>
                              </a:solidFill>
                              <a:effectLst/>
                              <a:latin typeface="Gill Sans Nova Light" panose="020B0302020104020203" pitchFamily="34" charset="0"/>
                              <a:ea typeface="Times New Roman" panose="02020603050405020304" pitchFamily="18" charset="0"/>
                            </a:rPr>
                            <a:t>Grupo</a:t>
                          </a:r>
                          <a:endParaRPr lang="es-ES_tradnl" sz="2400" noProof="0" dirty="0">
                            <a:solidFill>
                              <a:schemeClr val="bg1"/>
                            </a:solidFill>
                            <a:effectLst/>
                            <a:latin typeface="Gill Sans Nova Light" panose="020B0302020104020203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2400" b="1" noProof="0" dirty="0">
                              <a:solidFill>
                                <a:schemeClr val="bg1"/>
                              </a:solidFill>
                              <a:effectLst/>
                              <a:latin typeface="Gill Sans Nova Light" panose="020B0302020104020203" pitchFamily="34" charset="0"/>
                              <a:ea typeface="Times New Roman" panose="02020603050405020304" pitchFamily="18" charset="0"/>
                            </a:rPr>
                            <a:t>Resolución usando la EPH</a:t>
                          </a:r>
                        </a:p>
                      </a:txBody>
                      <a:tcPr marL="9525" marR="9525" marT="9525" marB="9525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604827"/>
                      </a:ext>
                    </a:extLst>
                  </a:tr>
                  <a:tr h="1089797">
                    <a:tc>
                      <a:txBody>
                        <a:bodyPr/>
                        <a:lstStyle/>
                        <a:p>
                          <a:pPr marL="0" marR="10160">
                            <a:buNone/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  <a:ea typeface="Times New Roman" panose="02020603050405020304" pitchFamily="18" charset="0"/>
                            </a:rPr>
                            <a:t>Upper-tier informal wage employees</a:t>
                          </a:r>
                          <a:endParaRPr lang="es-US" sz="2000" dirty="0">
                            <a:effectLst/>
                            <a:latin typeface="Gill Sans Nova Light" panose="020B0302020104020203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  <a:ea typeface="Times New Roman" panose="02020603050405020304" pitchFamily="18" charset="0"/>
                            </a:rPr>
                            <a:t>1</a:t>
                          </a:r>
                          <a:endParaRPr lang="es-US" sz="2000" dirty="0">
                            <a:effectLst/>
                            <a:latin typeface="Gill Sans Nova Light" panose="020B0302020104020203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_tradnl" sz="2000" b="0" i="0" noProof="0" dirty="0">
                              <a:solidFill>
                                <a:schemeClr val="tx1"/>
                              </a:solidFill>
                              <a:effectLst/>
                              <a:latin typeface="Gill Sans Nova Light" panose="020B0302020104020203" pitchFamily="34" charset="0"/>
                              <a:ea typeface="Times New Roman" panose="02020603050405020304" pitchFamily="18" charset="0"/>
                            </a:rPr>
                            <a:t>Asalariados: </a:t>
                          </a:r>
                          <a:r>
                            <a:rPr lang="es-ES_tradnl" sz="2000" b="0" i="0" noProof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Calibri" pitchFamily="34" charset="-122"/>
                              <a:cs typeface="Courier New" panose="02070309020205020404" pitchFamily="49" charset="0"/>
                            </a:rPr>
                            <a:t>CAT_OCUP = 3</a:t>
                          </a:r>
                          <a:endParaRPr lang="es-ES_tradnl" sz="2000" b="0" i="0" noProof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_tradnl" sz="2000" b="0" i="0" noProof="0" dirty="0">
                              <a:solidFill>
                                <a:schemeClr val="tx1"/>
                              </a:solidFill>
                              <a:latin typeface="Gill Sans Nova Light" panose="020B0302020104020203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No le descuentan jubilación: </a:t>
                          </a:r>
                          <a:r>
                            <a:rPr lang="es-ES_tradnl" sz="2000" b="0" i="0" noProof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Calibri" pitchFamily="34" charset="-122"/>
                              <a:cs typeface="Courier New" panose="02070309020205020404" pitchFamily="49" charset="0"/>
                            </a:rPr>
                            <a:t>PP07H = 2  </a:t>
                          </a:r>
                          <a:endParaRPr lang="es-ES_tradnl" sz="2000" b="0" i="0" noProof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_tradnl" sz="2000" b="0" i="0" noProof="0" dirty="0">
                              <a:solidFill>
                                <a:schemeClr val="tx1"/>
                              </a:solidFill>
                              <a:latin typeface="Gill Sans Nova Light" panose="020B0302020104020203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Empresa de más de 5 personas</a:t>
                          </a:r>
                          <a:r>
                            <a:rPr lang="es-ES_tradnl" sz="2000" b="0" i="0" noProof="0" dirty="0">
                              <a:solidFill>
                                <a:schemeClr val="tx1"/>
                              </a:solidFill>
                              <a:latin typeface="Gill Sans Nova Light" panose="020B0302020104020203" pitchFamily="34" charset="0"/>
                              <a:ea typeface="+mn-ea"/>
                              <a:cs typeface="+mn-cs"/>
                            </a:rPr>
                            <a:t>: </a:t>
                          </a:r>
                          <a:r>
                            <a:rPr lang="es-ES_tradnl" sz="2000" b="0" i="0" noProof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Calibri" pitchFamily="34" charset="-122"/>
                              <a:cs typeface="Courier New" panose="02070309020205020404" pitchFamily="49" charset="0"/>
                            </a:rPr>
                            <a:t>PP04C ≥ 6 </a:t>
                          </a:r>
                          <a:endParaRPr lang="es-ES_tradnl" sz="2000" b="0" i="0" noProof="0" dirty="0">
                            <a:solidFill>
                              <a:schemeClr val="tx1"/>
                            </a:solidFill>
                            <a:effectLst/>
                            <a:latin typeface="Courier New" panose="02070309020205020404" pitchFamily="49" charset="0"/>
                            <a:ea typeface="Times New Roman" panose="02020603050405020304" pitchFamily="18" charset="0"/>
                            <a:cs typeface="Courier New" panose="02070309020205020404" pitchFamily="49" charset="0"/>
                          </a:endParaRPr>
                        </a:p>
                      </a:txBody>
                      <a:tcPr marL="9525" marR="9525" marT="9525" marB="9525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18591514"/>
                      </a:ext>
                    </a:extLst>
                  </a:tr>
                  <a:tr h="1089797">
                    <a:tc>
                      <a:txBody>
                        <a:bodyPr/>
                        <a:lstStyle/>
                        <a:p>
                          <a:pPr marL="0" marR="0">
                            <a:buNone/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  <a:ea typeface="Times New Roman" panose="02020603050405020304" pitchFamily="18" charset="0"/>
                            </a:rPr>
                            <a:t>Lower-tier informal wage emplyees</a:t>
                          </a:r>
                          <a:endParaRPr lang="es-US" sz="2000">
                            <a:effectLst/>
                            <a:latin typeface="Gill Sans Nova Light" panose="020B0302020104020203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  <a:ea typeface="Times New Roman" panose="02020603050405020304" pitchFamily="18" charset="0"/>
                            </a:rPr>
                            <a:t>2</a:t>
                          </a:r>
                          <a:endParaRPr lang="es-US" sz="2000" dirty="0">
                            <a:effectLst/>
                            <a:latin typeface="Gill Sans Nova Light" panose="020B0302020104020203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_tradnl" sz="2000" b="0" i="0" noProof="0" dirty="0">
                              <a:solidFill>
                                <a:schemeClr val="tx1"/>
                              </a:solidFill>
                              <a:effectLst/>
                              <a:latin typeface="Gill Sans Nova Light" panose="020B0302020104020203" pitchFamily="34" charset="0"/>
                              <a:ea typeface="Times New Roman" panose="02020603050405020304" pitchFamily="18" charset="0"/>
                            </a:rPr>
                            <a:t>ocupados: </a:t>
                          </a:r>
                          <a:r>
                            <a:rPr lang="es-ES_tradnl" sz="2000" b="0" i="0" noProof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Calibri" pitchFamily="34" charset="-122"/>
                              <a:cs typeface="Courier New" panose="02070309020205020404" pitchFamily="49" charset="0"/>
                            </a:rPr>
                            <a:t>ESTADO = 1</a:t>
                          </a:r>
                          <a:endParaRPr lang="es-ES_tradnl" sz="2000" b="0" i="0" noProof="0" dirty="0">
                            <a:solidFill>
                              <a:schemeClr val="tx1"/>
                            </a:solidFill>
                            <a:latin typeface="Gill Sans Nova Light" panose="020B0302020104020203" pitchFamily="34" charset="0"/>
                            <a:ea typeface="Calibri" pitchFamily="34" charset="-122"/>
                            <a:cs typeface="Calibri" pitchFamily="34" charset="-12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_tradnl" sz="2000" b="0" i="0" noProof="0" dirty="0">
                              <a:solidFill>
                                <a:schemeClr val="tx1"/>
                              </a:solidFill>
                              <a:latin typeface="Gill Sans Nova Light" panose="020B0302020104020203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No le descuentan jubilación: </a:t>
                          </a:r>
                          <a:r>
                            <a:rPr lang="es-ES_tradnl" sz="2000" b="0" i="0" noProof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Calibri" pitchFamily="34" charset="-122"/>
                              <a:cs typeface="Courier New" panose="02070309020205020404" pitchFamily="49" charset="0"/>
                            </a:rPr>
                            <a:t>PP07H = 2  </a:t>
                          </a:r>
                          <a:endParaRPr lang="es-ES_tradnl" sz="2000" b="0" i="0" noProof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_tradnl" sz="2000" b="0" i="0" noProof="0" dirty="0">
                              <a:solidFill>
                                <a:schemeClr val="tx1"/>
                              </a:solidFill>
                              <a:latin typeface="Gill Sans Nova Light" panose="020B0302020104020203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Empresa de menos de 5 personas</a:t>
                          </a:r>
                          <a:r>
                            <a:rPr lang="es-ES_tradnl" sz="2000" b="0" i="0" noProof="0" dirty="0">
                              <a:solidFill>
                                <a:schemeClr val="tx1"/>
                              </a:solidFill>
                              <a:latin typeface="Gill Sans Nova Light" panose="020B0302020104020203" pitchFamily="34" charset="0"/>
                              <a:ea typeface="+mn-ea"/>
                              <a:cs typeface="+mn-cs"/>
                            </a:rPr>
                            <a:t>: </a:t>
                          </a:r>
                          <a:r>
                            <a:rPr lang="es-ES_tradnl" sz="2000" b="0" i="0" noProof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Calibri" pitchFamily="34" charset="-122"/>
                              <a:cs typeface="Courier New" panose="02070309020205020404" pitchFamily="49" charset="0"/>
                            </a:rPr>
                            <a:t>PP04C </a:t>
                          </a:r>
                          <a14:m>
                            <m:oMath xmlns:m="http://schemas.openxmlformats.org/officeDocument/2006/math">
                              <m:r>
                                <a:rPr lang="es-ES_tradnl" sz="20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≤</m:t>
                              </m:r>
                            </m:oMath>
                          </a14:m>
                          <a:r>
                            <a:rPr lang="es-ES_tradnl" sz="2000" b="0" i="0" noProof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Calibri" pitchFamily="34" charset="-122"/>
                              <a:cs typeface="Courier New" panose="02070309020205020404" pitchFamily="49" charset="0"/>
                            </a:rPr>
                            <a:t> 5 </a:t>
                          </a:r>
                          <a:endParaRPr lang="es-ES_tradnl" sz="2000" b="0" i="0" noProof="0" dirty="0">
                            <a:solidFill>
                              <a:schemeClr val="tx1"/>
                            </a:solidFill>
                            <a:effectLst/>
                            <a:latin typeface="Courier New" panose="02070309020205020404" pitchFamily="49" charset="0"/>
                            <a:ea typeface="Times New Roman" panose="02020603050405020304" pitchFamily="18" charset="0"/>
                            <a:cs typeface="Courier New" panose="02070309020205020404" pitchFamily="49" charset="0"/>
                          </a:endParaRPr>
                        </a:p>
                      </a:txBody>
                      <a:tcPr marL="9525" marR="9525" marT="9525" marB="9525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08186691"/>
                      </a:ext>
                    </a:extLst>
                  </a:tr>
                  <a:tr h="1089797">
                    <a:tc>
                      <a:txBody>
                        <a:bodyPr/>
                        <a:lstStyle/>
                        <a:p>
                          <a:pPr marL="0" marR="0">
                            <a:buNone/>
                          </a:pPr>
                          <a:r>
                            <a:rPr lang="en-US" sz="2000" dirty="0">
                              <a:effectLst/>
                              <a:latin typeface="Gill Sans Nova Light" panose="020B0302020104020203" pitchFamily="34" charset="0"/>
                              <a:ea typeface="Times New Roman" panose="02020603050405020304" pitchFamily="18" charset="0"/>
                            </a:rPr>
                            <a:t>Informal self-employed</a:t>
                          </a:r>
                          <a:endParaRPr lang="es-US" sz="2000" dirty="0">
                            <a:effectLst/>
                            <a:latin typeface="Gill Sans Nova Light" panose="020B0302020104020203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  <a:ea typeface="Times New Roman" panose="02020603050405020304" pitchFamily="18" charset="0"/>
                            </a:rPr>
                            <a:t>3</a:t>
                          </a:r>
                          <a:endParaRPr lang="es-US" sz="2000" dirty="0">
                            <a:effectLst/>
                            <a:latin typeface="Gill Sans Nova Light" panose="020B0302020104020203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_tradnl" sz="2000" b="0" i="0" noProof="0" dirty="0">
                              <a:solidFill>
                                <a:schemeClr val="tx1"/>
                              </a:solidFill>
                              <a:effectLst/>
                              <a:latin typeface="Gill Sans Nova Light" panose="020B0302020104020203" pitchFamily="34" charset="0"/>
                              <a:ea typeface="Times New Roman" panose="02020603050405020304" pitchFamily="18" charset="0"/>
                            </a:rPr>
                            <a:t>Patrón &amp; Cuenta propia: </a:t>
                          </a:r>
                          <a:r>
                            <a:rPr lang="es-ES_tradnl" sz="2000" b="0" i="0" noProof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Calibri" pitchFamily="34" charset="-122"/>
                              <a:cs typeface="Courier New" panose="02070309020205020404" pitchFamily="49" charset="0"/>
                            </a:rPr>
                            <a:t>CAT_OCUP = 1 &amp; 2</a:t>
                          </a:r>
                          <a:endParaRPr lang="es-ES_tradnl" sz="2000" b="0" i="0" noProof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_tradnl" sz="2000" b="0" i="0" noProof="0" dirty="0">
                              <a:solidFill>
                                <a:schemeClr val="tx1"/>
                              </a:solidFill>
                              <a:latin typeface="Gill Sans Nova Light" panose="020B0302020104020203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No profesionales sin estudio superior: </a:t>
                          </a:r>
                          <a:r>
                            <a:rPr lang="es-ES_tradnl" sz="2000" b="0" i="0" noProof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Calibri" pitchFamily="34" charset="-122"/>
                              <a:cs typeface="Courier New" panose="02070309020205020404" pitchFamily="49" charset="0"/>
                            </a:rPr>
                            <a:t>NIVEL_ED&lt;5</a:t>
                          </a:r>
                          <a:endParaRPr lang="es-ES_tradnl" sz="2000" b="0" i="0" noProof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_tradnl" sz="2000" b="0" i="0" noProof="0" dirty="0">
                              <a:solidFill>
                                <a:schemeClr val="tx1"/>
                              </a:solidFill>
                              <a:latin typeface="Gill Sans Nova Light" panose="020B0302020104020203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Familiares no remunerados</a:t>
                          </a:r>
                          <a:r>
                            <a:rPr lang="es-ES_tradnl" sz="2000" b="0" i="0" noProof="0" dirty="0">
                              <a:solidFill>
                                <a:schemeClr val="tx1"/>
                              </a:solidFill>
                              <a:latin typeface="Gill Sans Nova Light" panose="020B0302020104020203" pitchFamily="34" charset="0"/>
                              <a:ea typeface="+mn-ea"/>
                              <a:cs typeface="+mn-cs"/>
                            </a:rPr>
                            <a:t>: </a:t>
                          </a:r>
                          <a:r>
                            <a:rPr lang="es-ES_tradnl" sz="2000" b="0" i="0" noProof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Calibri" pitchFamily="34" charset="-122"/>
                              <a:cs typeface="Courier New" panose="02070309020205020404" pitchFamily="49" charset="0"/>
                            </a:rPr>
                            <a:t>CAT_OCUP = 4 </a:t>
                          </a:r>
                          <a:r>
                            <a:rPr lang="es-ES_tradnl" sz="2000" b="0" i="0" noProof="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Courier New" panose="02070309020205020404" pitchFamily="49" charset="0"/>
                              <a:ea typeface="Calibri" pitchFamily="34" charset="-122"/>
                              <a:cs typeface="Courier New" panose="02070309020205020404" pitchFamily="49" charset="0"/>
                            </a:rPr>
                            <a:t>&amp; igual CODUSU &amp; NRO_HOGAR</a:t>
                          </a:r>
                          <a:endParaRPr lang="es-ES_tradnl" sz="2000" b="0" i="0" noProof="0" dirty="0">
                            <a:solidFill>
                              <a:schemeClr val="tx1"/>
                            </a:solidFill>
                            <a:effectLst/>
                            <a:highlight>
                              <a:srgbClr val="FFFF00"/>
                            </a:highlight>
                            <a:latin typeface="Courier New" panose="02070309020205020404" pitchFamily="49" charset="0"/>
                            <a:ea typeface="Times New Roman" panose="02020603050405020304" pitchFamily="18" charset="0"/>
                            <a:cs typeface="Courier New" panose="02070309020205020404" pitchFamily="49" charset="0"/>
                          </a:endParaRPr>
                        </a:p>
                      </a:txBody>
                      <a:tcPr marL="9525" marR="9525" marT="9525" marB="9525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7554917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Marcador de contenido 7">
                <a:extLst>
                  <a:ext uri="{FF2B5EF4-FFF2-40B4-BE49-F238E27FC236}">
                    <a16:creationId xmlns:a16="http://schemas.microsoft.com/office/drawing/2014/main" id="{33AE433C-6535-2369-5EEB-1B26E7B2D371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37616401"/>
                  </p:ext>
                </p:extLst>
              </p:nvPr>
            </p:nvGraphicFramePr>
            <p:xfrm>
              <a:off x="990600" y="1690688"/>
              <a:ext cx="10363200" cy="4319723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247900">
                      <a:extLst>
                        <a:ext uri="{9D8B030D-6E8A-4147-A177-3AD203B41FA5}">
                          <a16:colId xmlns:a16="http://schemas.microsoft.com/office/drawing/2014/main" val="38716891"/>
                        </a:ext>
                      </a:extLst>
                    </a:gridCol>
                    <a:gridCol w="1137557">
                      <a:extLst>
                        <a:ext uri="{9D8B030D-6E8A-4147-A177-3AD203B41FA5}">
                          <a16:colId xmlns:a16="http://schemas.microsoft.com/office/drawing/2014/main" val="1232260684"/>
                        </a:ext>
                      </a:extLst>
                    </a:gridCol>
                    <a:gridCol w="6977743">
                      <a:extLst>
                        <a:ext uri="{9D8B030D-6E8A-4147-A177-3AD203B41FA5}">
                          <a16:colId xmlns:a16="http://schemas.microsoft.com/office/drawing/2014/main" val="1113846762"/>
                        </a:ext>
                      </a:extLst>
                    </a:gridCol>
                  </a:tblGrid>
                  <a:tr h="901879">
                    <a:tc>
                      <a:txBody>
                        <a:bodyPr/>
                        <a:lstStyle/>
                        <a:p>
                          <a:pPr marL="0" marR="0">
                            <a:buNone/>
                          </a:pPr>
                          <a:r>
                            <a:rPr lang="es-ES_tradnl" sz="2400" b="1" noProof="0" dirty="0">
                              <a:solidFill>
                                <a:schemeClr val="bg1"/>
                              </a:solidFill>
                              <a:effectLst/>
                              <a:latin typeface="Gill Sans Nova Light" panose="020B0302020104020203" pitchFamily="34" charset="0"/>
                              <a:ea typeface="Times New Roman" panose="02020603050405020304" pitchFamily="18" charset="0"/>
                            </a:rPr>
                            <a:t>Definición de informalidad</a:t>
                          </a:r>
                          <a:endParaRPr lang="es-ES_tradnl" sz="2400" noProof="0" dirty="0">
                            <a:solidFill>
                              <a:schemeClr val="bg1"/>
                            </a:solidFill>
                            <a:effectLst/>
                            <a:latin typeface="Gill Sans Nova Light" panose="020B0302020104020203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2400" b="1" noProof="0" dirty="0">
                              <a:solidFill>
                                <a:schemeClr val="bg1"/>
                              </a:solidFill>
                              <a:effectLst/>
                              <a:latin typeface="Gill Sans Nova Light" panose="020B0302020104020203" pitchFamily="34" charset="0"/>
                              <a:ea typeface="Times New Roman" panose="02020603050405020304" pitchFamily="18" charset="0"/>
                            </a:rPr>
                            <a:t>Grupo</a:t>
                          </a:r>
                          <a:endParaRPr lang="es-ES_tradnl" sz="2400" noProof="0" dirty="0">
                            <a:solidFill>
                              <a:schemeClr val="bg1"/>
                            </a:solidFill>
                            <a:effectLst/>
                            <a:latin typeface="Gill Sans Nova Light" panose="020B0302020104020203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2400" b="1" noProof="0" dirty="0">
                              <a:solidFill>
                                <a:schemeClr val="bg1"/>
                              </a:solidFill>
                              <a:effectLst/>
                              <a:latin typeface="Gill Sans Nova Light" panose="020B0302020104020203" pitchFamily="34" charset="0"/>
                              <a:ea typeface="Times New Roman" panose="02020603050405020304" pitchFamily="18" charset="0"/>
                            </a:rPr>
                            <a:t>Resolución usando la EPH</a:t>
                          </a:r>
                        </a:p>
                      </a:txBody>
                      <a:tcPr marL="9525" marR="9525" marT="9525" marB="9525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604827"/>
                      </a:ext>
                    </a:extLst>
                  </a:tr>
                  <a:tr h="1089797">
                    <a:tc>
                      <a:txBody>
                        <a:bodyPr/>
                        <a:lstStyle/>
                        <a:p>
                          <a:pPr marL="0" marR="10160">
                            <a:buNone/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  <a:ea typeface="Times New Roman" panose="02020603050405020304" pitchFamily="18" charset="0"/>
                            </a:rPr>
                            <a:t>Upper-tier informal wage employees</a:t>
                          </a:r>
                          <a:endParaRPr lang="es-US" sz="2000" dirty="0">
                            <a:effectLst/>
                            <a:latin typeface="Gill Sans Nova Light" panose="020B0302020104020203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  <a:ea typeface="Times New Roman" panose="02020603050405020304" pitchFamily="18" charset="0"/>
                            </a:rPr>
                            <a:t>1</a:t>
                          </a:r>
                          <a:endParaRPr lang="es-US" sz="2000" dirty="0">
                            <a:effectLst/>
                            <a:latin typeface="Gill Sans Nova Light" panose="020B0302020104020203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_tradnl" sz="2000" b="0" i="0" noProof="0" dirty="0">
                              <a:solidFill>
                                <a:schemeClr val="tx1"/>
                              </a:solidFill>
                              <a:effectLst/>
                              <a:latin typeface="Gill Sans Nova Light" panose="020B0302020104020203" pitchFamily="34" charset="0"/>
                              <a:ea typeface="Times New Roman" panose="02020603050405020304" pitchFamily="18" charset="0"/>
                            </a:rPr>
                            <a:t>Asalariados: </a:t>
                          </a:r>
                          <a:r>
                            <a:rPr lang="es-ES_tradnl" sz="2000" b="0" i="0" noProof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Calibri" pitchFamily="34" charset="-122"/>
                              <a:cs typeface="Courier New" panose="02070309020205020404" pitchFamily="49" charset="0"/>
                            </a:rPr>
                            <a:t>CAT_OCUP = 3</a:t>
                          </a:r>
                          <a:endParaRPr lang="es-ES_tradnl" sz="2000" b="0" i="0" noProof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_tradnl" sz="2000" b="0" i="0" noProof="0" dirty="0">
                              <a:solidFill>
                                <a:schemeClr val="tx1"/>
                              </a:solidFill>
                              <a:latin typeface="Gill Sans Nova Light" panose="020B0302020104020203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No le descuentan jubilación: </a:t>
                          </a:r>
                          <a:r>
                            <a:rPr lang="es-ES_tradnl" sz="2000" b="0" i="0" noProof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Calibri" pitchFamily="34" charset="-122"/>
                              <a:cs typeface="Courier New" panose="02070309020205020404" pitchFamily="49" charset="0"/>
                            </a:rPr>
                            <a:t>PP07H = 2  </a:t>
                          </a:r>
                          <a:endParaRPr lang="es-ES_tradnl" sz="2000" b="0" i="0" noProof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_tradnl" sz="2000" b="0" i="0" noProof="0" dirty="0">
                              <a:solidFill>
                                <a:schemeClr val="tx1"/>
                              </a:solidFill>
                              <a:latin typeface="Gill Sans Nova Light" panose="020B0302020104020203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Empresa de más de 5 personas</a:t>
                          </a:r>
                          <a:r>
                            <a:rPr lang="es-ES_tradnl" sz="2000" b="0" i="0" noProof="0" dirty="0">
                              <a:solidFill>
                                <a:schemeClr val="tx1"/>
                              </a:solidFill>
                              <a:latin typeface="Gill Sans Nova Light" panose="020B0302020104020203" pitchFamily="34" charset="0"/>
                              <a:ea typeface="+mn-ea"/>
                              <a:cs typeface="+mn-cs"/>
                            </a:rPr>
                            <a:t>: </a:t>
                          </a:r>
                          <a:r>
                            <a:rPr lang="es-ES_tradnl" sz="2000" b="0" i="0" noProof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Calibri" pitchFamily="34" charset="-122"/>
                              <a:cs typeface="Courier New" panose="02070309020205020404" pitchFamily="49" charset="0"/>
                            </a:rPr>
                            <a:t>PP04C ≥ 6 </a:t>
                          </a:r>
                          <a:endParaRPr lang="es-ES_tradnl" sz="2000" b="0" i="0" noProof="0" dirty="0">
                            <a:solidFill>
                              <a:schemeClr val="tx1"/>
                            </a:solidFill>
                            <a:effectLst/>
                            <a:latin typeface="Courier New" panose="02070309020205020404" pitchFamily="49" charset="0"/>
                            <a:ea typeface="Times New Roman" panose="02020603050405020304" pitchFamily="18" charset="0"/>
                            <a:cs typeface="Courier New" panose="02070309020205020404" pitchFamily="49" charset="0"/>
                          </a:endParaRPr>
                        </a:p>
                      </a:txBody>
                      <a:tcPr marL="9525" marR="9525" marT="9525" marB="9525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18591514"/>
                      </a:ext>
                    </a:extLst>
                  </a:tr>
                  <a:tr h="1089797">
                    <a:tc>
                      <a:txBody>
                        <a:bodyPr/>
                        <a:lstStyle/>
                        <a:p>
                          <a:pPr marL="0" marR="0">
                            <a:buNone/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  <a:ea typeface="Times New Roman" panose="02020603050405020304" pitchFamily="18" charset="0"/>
                            </a:rPr>
                            <a:t>Lower-tier informal wage emplyees</a:t>
                          </a:r>
                          <a:endParaRPr lang="es-US" sz="2000">
                            <a:effectLst/>
                            <a:latin typeface="Gill Sans Nova Light" panose="020B0302020104020203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  <a:ea typeface="Times New Roman" panose="02020603050405020304" pitchFamily="18" charset="0"/>
                            </a:rPr>
                            <a:t>2</a:t>
                          </a:r>
                          <a:endParaRPr lang="es-US" sz="2000" dirty="0">
                            <a:effectLst/>
                            <a:latin typeface="Gill Sans Nova Light" panose="020B0302020104020203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s-US"/>
                        </a:p>
                      </a:txBody>
                      <a:tcPr marL="9525" marR="9525" marT="9525" marB="9525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8816" t="-183721" r="-364" b="-1267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08186691"/>
                      </a:ext>
                    </a:extLst>
                  </a:tr>
                  <a:tr h="1238250">
                    <a:tc>
                      <a:txBody>
                        <a:bodyPr/>
                        <a:lstStyle/>
                        <a:p>
                          <a:pPr marL="0" marR="0">
                            <a:buNone/>
                          </a:pPr>
                          <a:r>
                            <a:rPr lang="en-US" sz="2000" dirty="0">
                              <a:effectLst/>
                              <a:latin typeface="Gill Sans Nova Light" panose="020B0302020104020203" pitchFamily="34" charset="0"/>
                              <a:ea typeface="Times New Roman" panose="02020603050405020304" pitchFamily="18" charset="0"/>
                            </a:rPr>
                            <a:t>Informal self-employed</a:t>
                          </a:r>
                          <a:endParaRPr lang="es-US" sz="2000" dirty="0">
                            <a:effectLst/>
                            <a:latin typeface="Gill Sans Nova Light" panose="020B0302020104020203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Gill Sans Nova Light" panose="020B0302020104020203" pitchFamily="34" charset="0"/>
                              <a:ea typeface="Times New Roman" panose="02020603050405020304" pitchFamily="18" charset="0"/>
                            </a:rPr>
                            <a:t>3</a:t>
                          </a:r>
                          <a:endParaRPr lang="es-US" sz="2000" dirty="0">
                            <a:effectLst/>
                            <a:latin typeface="Gill Sans Nova Light" panose="020B0302020104020203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_tradnl" sz="2000" b="0" i="0" noProof="0" dirty="0">
                              <a:solidFill>
                                <a:schemeClr val="tx1"/>
                              </a:solidFill>
                              <a:effectLst/>
                              <a:latin typeface="Gill Sans Nova Light" panose="020B0302020104020203" pitchFamily="34" charset="0"/>
                              <a:ea typeface="Times New Roman" panose="02020603050405020304" pitchFamily="18" charset="0"/>
                            </a:rPr>
                            <a:t>Patrón &amp; Cuenta propia: </a:t>
                          </a:r>
                          <a:r>
                            <a:rPr lang="es-ES_tradnl" sz="2000" b="0" i="0" noProof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Calibri" pitchFamily="34" charset="-122"/>
                              <a:cs typeface="Courier New" panose="02070309020205020404" pitchFamily="49" charset="0"/>
                            </a:rPr>
                            <a:t>CAT_OCUP = 1 &amp; 2</a:t>
                          </a:r>
                          <a:endParaRPr lang="es-ES_tradnl" sz="2000" b="0" i="0" noProof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_tradnl" sz="2000" b="0" i="0" noProof="0" dirty="0">
                              <a:solidFill>
                                <a:schemeClr val="tx1"/>
                              </a:solidFill>
                              <a:latin typeface="Gill Sans Nova Light" panose="020B0302020104020203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No profesionales sin estudio superior: </a:t>
                          </a:r>
                          <a:r>
                            <a:rPr lang="es-ES_tradnl" sz="2000" b="0" i="0" noProof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Calibri" pitchFamily="34" charset="-122"/>
                              <a:cs typeface="Courier New" panose="02070309020205020404" pitchFamily="49" charset="0"/>
                            </a:rPr>
                            <a:t>NIVEL_ED&lt;5</a:t>
                          </a:r>
                          <a:endParaRPr lang="es-ES_tradnl" sz="2000" b="0" i="0" noProof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_tradnl" sz="2000" b="0" i="0" noProof="0" dirty="0">
                              <a:solidFill>
                                <a:schemeClr val="tx1"/>
                              </a:solidFill>
                              <a:latin typeface="Gill Sans Nova Light" panose="020B0302020104020203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Familiares no remunerados</a:t>
                          </a:r>
                          <a:r>
                            <a:rPr lang="es-ES_tradnl" sz="2000" b="0" i="0" noProof="0" dirty="0">
                              <a:solidFill>
                                <a:schemeClr val="tx1"/>
                              </a:solidFill>
                              <a:latin typeface="Gill Sans Nova Light" panose="020B0302020104020203" pitchFamily="34" charset="0"/>
                              <a:ea typeface="+mn-ea"/>
                              <a:cs typeface="+mn-cs"/>
                            </a:rPr>
                            <a:t>: </a:t>
                          </a:r>
                          <a:r>
                            <a:rPr lang="es-ES_tradnl" sz="2000" b="0" i="0" noProof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Calibri" pitchFamily="34" charset="-122"/>
                              <a:cs typeface="Courier New" panose="02070309020205020404" pitchFamily="49" charset="0"/>
                            </a:rPr>
                            <a:t>CAT_OCUP = 4 </a:t>
                          </a:r>
                          <a:r>
                            <a:rPr lang="es-ES_tradnl" sz="2000" b="0" i="0" noProof="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Courier New" panose="02070309020205020404" pitchFamily="49" charset="0"/>
                              <a:ea typeface="Calibri" pitchFamily="34" charset="-122"/>
                              <a:cs typeface="Courier New" panose="02070309020205020404" pitchFamily="49" charset="0"/>
                            </a:rPr>
                            <a:t>&amp; igual CODUSU &amp; NRO_HOGAR</a:t>
                          </a:r>
                          <a:endParaRPr lang="es-ES_tradnl" sz="2000" b="0" i="0" noProof="0" dirty="0">
                            <a:solidFill>
                              <a:schemeClr val="tx1"/>
                            </a:solidFill>
                            <a:effectLst/>
                            <a:highlight>
                              <a:srgbClr val="FFFF00"/>
                            </a:highlight>
                            <a:latin typeface="Courier New" panose="02070309020205020404" pitchFamily="49" charset="0"/>
                            <a:ea typeface="Times New Roman" panose="02020603050405020304" pitchFamily="18" charset="0"/>
                            <a:cs typeface="Courier New" panose="02070309020205020404" pitchFamily="49" charset="0"/>
                          </a:endParaRPr>
                        </a:p>
                      </a:txBody>
                      <a:tcPr marL="9525" marR="9525" marT="9525" marB="9525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7554917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21162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F992601-1D6D-7F68-76A2-64D182B7D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34644"/>
            <a:ext cx="10509504" cy="1076914"/>
          </a:xfrm>
        </p:spPr>
        <p:txBody>
          <a:bodyPr anchor="ctr">
            <a:normAutofit/>
          </a:bodyPr>
          <a:lstStyle/>
          <a:p>
            <a:r>
              <a:rPr lang="es-ES_tradnl" sz="4000" dirty="0"/>
              <a:t>Comparamos resultados: Paper vs. grupos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97BF477-216E-4643-9129-F08AB7456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17280" y="6356350"/>
            <a:ext cx="2633472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78C1CC4-2077-434E-BCF1-5D01C08A9B17}" type="slidenum"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en-US" sz="18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9" name="Gráfico 5">
            <a:extLst>
              <a:ext uri="{FF2B5EF4-FFF2-40B4-BE49-F238E27FC236}">
                <a16:creationId xmlns:a16="http://schemas.microsoft.com/office/drawing/2014/main" id="{DC8CCBCC-550E-D274-D3D4-3F1909A075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4160423"/>
              </p:ext>
            </p:extLst>
          </p:nvPr>
        </p:nvGraphicFramePr>
        <p:xfrm>
          <a:off x="838200" y="1737360"/>
          <a:ext cx="10506456" cy="45354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F95574D2-8A34-CFDE-66CC-B235EF18DB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742684"/>
              </p:ext>
            </p:extLst>
          </p:nvPr>
        </p:nvGraphicFramePr>
        <p:xfrm>
          <a:off x="963387" y="6290654"/>
          <a:ext cx="10238013" cy="365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2671">
                  <a:extLst>
                    <a:ext uri="{9D8B030D-6E8A-4147-A177-3AD203B41FA5}">
                      <a16:colId xmlns:a16="http://schemas.microsoft.com/office/drawing/2014/main" val="3234721041"/>
                    </a:ext>
                  </a:extLst>
                </a:gridCol>
                <a:gridCol w="3412671">
                  <a:extLst>
                    <a:ext uri="{9D8B030D-6E8A-4147-A177-3AD203B41FA5}">
                      <a16:colId xmlns:a16="http://schemas.microsoft.com/office/drawing/2014/main" val="2244745457"/>
                    </a:ext>
                  </a:extLst>
                </a:gridCol>
                <a:gridCol w="3412671">
                  <a:extLst>
                    <a:ext uri="{9D8B030D-6E8A-4147-A177-3AD203B41FA5}">
                      <a16:colId xmlns:a16="http://schemas.microsoft.com/office/drawing/2014/main" val="4119763332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US" sz="2000" b="1" i="0" u="none" strike="noStrike">
                          <a:solidFill>
                            <a:srgbClr val="000000"/>
                          </a:solidFill>
                          <a:effectLst/>
                          <a:latin typeface="Gill Sans Nova Light" panose="020B0302020104020203" pitchFamily="34" charset="0"/>
                        </a:rPr>
                        <a:t>49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Gill Sans Nova Light" panose="020B0302020104020203" pitchFamily="34" charset="0"/>
                        </a:rPr>
                        <a:t>70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Gill Sans Nova Light" panose="020B0302020104020203" pitchFamily="34" charset="0"/>
                        </a:rPr>
                        <a:t>72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80935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4627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1D377EB-C9D2-4ED0-86A6-740A297E3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69AEBFD-FD8E-CF38-B0B4-6696B6F84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685800"/>
            <a:ext cx="10506456" cy="1157005"/>
          </a:xfrm>
        </p:spPr>
        <p:txBody>
          <a:bodyPr anchor="b">
            <a:normAutofit/>
          </a:bodyPr>
          <a:lstStyle/>
          <a:p>
            <a:r>
              <a:rPr lang="es-ES_tradnl" sz="4800" dirty="0"/>
              <a:t>Composición por genero: 2024 vs. 2025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6346BE-FDB4-4772-A696-0719490AB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0140" y="34093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92FFCE-0C90-454E-AA25-D4EE9A6C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95805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196C889-3851-2666-5B25-DD08CEDB5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0536" y="6356350"/>
            <a:ext cx="2490216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78C1CC4-2077-434E-BCF1-5D01C08A9B17}" type="slidenum"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4</a:t>
            </a:fld>
            <a:endParaRPr lang="en-US" sz="18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5" name="Chart 9">
            <a:extLst>
              <a:ext uri="{FF2B5EF4-FFF2-40B4-BE49-F238E27FC236}">
                <a16:creationId xmlns:a16="http://schemas.microsoft.com/office/drawing/2014/main" id="{41303919-19FE-77CA-3B7F-30B793EBFC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3638884"/>
              </p:ext>
            </p:extLst>
          </p:nvPr>
        </p:nvGraphicFramePr>
        <p:xfrm>
          <a:off x="838200" y="2295252"/>
          <a:ext cx="10506456" cy="38769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81420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9168-AA67-F1BE-BEB5-BFF50FDB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66B93-964D-A72E-FB12-DE627F299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_tradnl" dirty="0"/>
              <a:t>Comparamos los tres tipos de definición de informalidad según </a:t>
            </a:r>
            <a:r>
              <a:rPr lang="es-US" b="1" dirty="0"/>
              <a:t>Maurizio &amp; Monsalvo (2021).</a:t>
            </a:r>
          </a:p>
          <a:p>
            <a:pPr>
              <a:lnSpc>
                <a:spcPct val="150000"/>
              </a:lnSpc>
            </a:pPr>
            <a:r>
              <a:rPr lang="es-US" dirty="0"/>
              <a:t> Grupo 2 y 3 deben revisar sus definiciones y selección de observaciones para los próximos TPs </a:t>
            </a:r>
            <a:endParaRPr lang="es-ES_tradnl" dirty="0"/>
          </a:p>
          <a:p>
            <a:pPr>
              <a:lnSpc>
                <a:spcPct val="150000"/>
              </a:lnSpc>
            </a:pPr>
            <a:endParaRPr lang="es-ES_tradnl" dirty="0">
              <a:solidFill>
                <a:srgbClr val="00206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E39AB-00F5-ADEE-08FA-C6F28426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700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D55B1-4C9E-9A68-CAC5-2D5211025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dirty="0"/>
              <a:t>¿Dudas, consultas?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DE542-4031-D126-7AAF-A0332014D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s-ES_tradnl" dirty="0"/>
              <a:t>Consultas: </a:t>
            </a:r>
            <a:r>
              <a:rPr lang="en-US" dirty="0">
                <a:solidFill>
                  <a:srgbClr val="000000"/>
                </a:solidFill>
                <a:effectLst/>
                <a:hlinkClick r:id="rId2"/>
              </a:rPr>
              <a:t>25RO35480961@campus.economicas.uba.ar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2557C-64E1-99EA-732F-3F53925CF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366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5914</TotalTime>
  <Words>210</Words>
  <Application>Microsoft Macintosh PowerPoint</Application>
  <PresentationFormat>Panorámica</PresentationFormat>
  <Paragraphs>39</Paragraphs>
  <Slides>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4" baseType="lpstr">
      <vt:lpstr>Arial</vt:lpstr>
      <vt:lpstr>Calibri</vt:lpstr>
      <vt:lpstr>Cambria Math</vt:lpstr>
      <vt:lpstr>Courier New</vt:lpstr>
      <vt:lpstr>Gill Sans Nova Light</vt:lpstr>
      <vt:lpstr>Goudy Old Style</vt:lpstr>
      <vt:lpstr>Times New Roman</vt:lpstr>
      <vt:lpstr>Office Theme</vt:lpstr>
      <vt:lpstr>Resultados del TP2:  Primer encuentro con la EPH</vt:lpstr>
      <vt:lpstr>Asignación de informalidad por grupo</vt:lpstr>
      <vt:lpstr>Comparamos resultados: Paper vs. grupos</vt:lpstr>
      <vt:lpstr>Composición por genero: 2024 vs. 2025</vt:lpstr>
      <vt:lpstr>¿Qué aprendimos hoy?</vt:lpstr>
      <vt:lpstr>¿Dudas, consultas?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data, Aprendizaje y Minería de Datos:  Perspectivas, ideas y herramientas para economistas</dc:title>
  <dc:creator>Romero, Maria Noelia</dc:creator>
  <cp:lastModifiedBy>Noelia Romero</cp:lastModifiedBy>
  <cp:revision>351</cp:revision>
  <dcterms:created xsi:type="dcterms:W3CDTF">2023-06-12T20:51:31Z</dcterms:created>
  <dcterms:modified xsi:type="dcterms:W3CDTF">2026-04-17T19:52:48Z</dcterms:modified>
</cp:coreProperties>
</file>